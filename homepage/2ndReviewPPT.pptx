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7"/>
  </p:notesMasterIdLst>
  <p:handoutMasterIdLst>
    <p:handoutMasterId r:id="rId8"/>
  </p:handoutMasterIdLst>
  <p:sldIdLst>
    <p:sldId id="419" r:id="rId2"/>
    <p:sldId id="420" r:id="rId3"/>
    <p:sldId id="421" r:id="rId4"/>
    <p:sldId id="422" r:id="rId5"/>
    <p:sldId id="424" r:id="rId6"/>
  </p:sldIdLst>
  <p:sldSz cx="12801600" cy="8229600"/>
  <p:notesSz cx="6797675" cy="9928225"/>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585788" indent="-128588"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1185863" indent="-271463"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785938" indent="-415925"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2384425" indent="-55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592">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11" autoAdjust="0"/>
    <p:restoredTop sz="95878" autoAdjust="0"/>
  </p:normalViewPr>
  <p:slideViewPr>
    <p:cSldViewPr>
      <p:cViewPr varScale="1">
        <p:scale>
          <a:sx n="65" d="100"/>
          <a:sy n="65" d="100"/>
        </p:scale>
        <p:origin x="1277" y="67"/>
      </p:cViewPr>
      <p:guideLst>
        <p:guide orient="horz" pos="2592"/>
        <p:guide pos="403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3CDC104-B78C-9C48-6EA5-E73F3644AA18}"/>
              </a:ext>
            </a:extLst>
          </p:cNvPr>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4184A56B-63D3-3CEF-6085-F7E608E26402}"/>
              </a:ext>
            </a:extLst>
          </p:cNvPr>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32376E6F-078D-E643-AB76-38B7FD8D7F54}" type="datetimeFigureOut">
              <a:rPr lang="en-US"/>
              <a:pPr>
                <a:defRPr/>
              </a:pPr>
              <a:t>11/6/2025</a:t>
            </a:fld>
            <a:endParaRPr lang="en-US"/>
          </a:p>
        </p:txBody>
      </p:sp>
      <p:sp>
        <p:nvSpPr>
          <p:cNvPr id="4" name="Footer Placeholder 3">
            <a:extLst>
              <a:ext uri="{FF2B5EF4-FFF2-40B4-BE49-F238E27FC236}">
                <a16:creationId xmlns:a16="http://schemas.microsoft.com/office/drawing/2014/main" id="{2C306E53-0F4A-8682-DB74-DEBFE49C97B5}"/>
              </a:ext>
            </a:extLst>
          </p:cNvPr>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a:extLst>
              <a:ext uri="{FF2B5EF4-FFF2-40B4-BE49-F238E27FC236}">
                <a16:creationId xmlns:a16="http://schemas.microsoft.com/office/drawing/2014/main" id="{DE8F937A-30B6-DC4E-5A8E-A0E32926D018}"/>
              </a:ext>
            </a:extLst>
          </p:cNvPr>
          <p:cNvSpPr>
            <a:spLocks noGrp="1"/>
          </p:cNvSpPr>
          <p:nvPr>
            <p:ph type="sldNum" sz="quarter" idx="3"/>
          </p:nvPr>
        </p:nvSpPr>
        <p:spPr>
          <a:xfrm>
            <a:off x="3849688" y="9429750"/>
            <a:ext cx="2946400" cy="498475"/>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19A5800-B779-084A-A81F-EEC62B67AD14}"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263242-9864-EFB2-F03D-CD807B665310}"/>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51D89B2-9E2C-7AE0-7B02-9EE51EAA1D96}"/>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8B3E1E70-D60B-AB41-AEBE-0CA589626487}" type="datetimeFigureOut">
              <a:rPr lang="en-US"/>
              <a:pPr>
                <a:defRPr/>
              </a:pPr>
              <a:t>11/6/2025</a:t>
            </a:fld>
            <a:endParaRPr lang="en-US"/>
          </a:p>
        </p:txBody>
      </p:sp>
      <p:sp>
        <p:nvSpPr>
          <p:cNvPr id="4" name="Slide Image Placeholder 3">
            <a:extLst>
              <a:ext uri="{FF2B5EF4-FFF2-40B4-BE49-F238E27FC236}">
                <a16:creationId xmlns:a16="http://schemas.microsoft.com/office/drawing/2014/main" id="{AF777CD2-584E-D2BF-8566-8BB6231E3259}"/>
              </a:ext>
            </a:extLst>
          </p:cNvPr>
          <p:cNvSpPr>
            <a:spLocks noGrp="1" noRot="1" noChangeAspect="1"/>
          </p:cNvSpPr>
          <p:nvPr>
            <p:ph type="sldImg" idx="2"/>
          </p:nvPr>
        </p:nvSpPr>
        <p:spPr>
          <a:xfrm>
            <a:off x="504825" y="744538"/>
            <a:ext cx="57880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09332116-D3DB-B282-F53C-643FD13943F1}"/>
              </a:ext>
            </a:extLst>
          </p:cNvPr>
          <p:cNvSpPr>
            <a:spLocks noGrp="1"/>
          </p:cNvSpPr>
          <p:nvPr>
            <p:ph type="body" sz="quarter" idx="3"/>
          </p:nvPr>
        </p:nvSpPr>
        <p:spPr>
          <a:xfrm>
            <a:off x="679450" y="4716463"/>
            <a:ext cx="5438775" cy="4467225"/>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73E9F10-9A33-3B27-DAB9-1714CD299508}"/>
              </a:ext>
            </a:extLst>
          </p:cNvPr>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682CCB47-7191-5469-0D12-252ADC229D6F}"/>
              </a:ext>
            </a:extLst>
          </p:cNvPr>
          <p:cNvSpPr>
            <a:spLocks noGrp="1"/>
          </p:cNvSpPr>
          <p:nvPr>
            <p:ph type="sldNum" sz="quarter" idx="5"/>
          </p:nvPr>
        </p:nvSpPr>
        <p:spPr>
          <a:xfrm>
            <a:off x="3849688" y="9429750"/>
            <a:ext cx="2946400" cy="496888"/>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AA82CE80-02E7-B146-BDB5-37C5E051D0B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mn-lt"/>
        <a:ea typeface="+mn-ea"/>
        <a:cs typeface="+mn-cs"/>
      </a:defRPr>
    </a:lvl1pPr>
    <a:lvl2pPr marL="585788" algn="l" rtl="0" eaLnBrk="0" fontAlgn="base" hangingPunct="0">
      <a:spcBef>
        <a:spcPct val="30000"/>
      </a:spcBef>
      <a:spcAft>
        <a:spcPct val="0"/>
      </a:spcAft>
      <a:defRPr sz="1600" kern="1200">
        <a:solidFill>
          <a:schemeClr val="tx1"/>
        </a:solidFill>
        <a:latin typeface="+mn-lt"/>
        <a:ea typeface="+mn-ea"/>
        <a:cs typeface="+mn-cs"/>
      </a:defRPr>
    </a:lvl2pPr>
    <a:lvl3pPr marL="1185863" algn="l" rtl="0" eaLnBrk="0" fontAlgn="base" hangingPunct="0">
      <a:spcBef>
        <a:spcPct val="30000"/>
      </a:spcBef>
      <a:spcAft>
        <a:spcPct val="0"/>
      </a:spcAft>
      <a:defRPr sz="1600" kern="1200">
        <a:solidFill>
          <a:schemeClr val="tx1"/>
        </a:solidFill>
        <a:latin typeface="+mn-lt"/>
        <a:ea typeface="+mn-ea"/>
        <a:cs typeface="+mn-cs"/>
      </a:defRPr>
    </a:lvl3pPr>
    <a:lvl4pPr marL="1785938" algn="l" rtl="0" eaLnBrk="0" fontAlgn="base" hangingPunct="0">
      <a:spcBef>
        <a:spcPct val="30000"/>
      </a:spcBef>
      <a:spcAft>
        <a:spcPct val="0"/>
      </a:spcAft>
      <a:defRPr sz="1600" kern="1200">
        <a:solidFill>
          <a:schemeClr val="tx1"/>
        </a:solidFill>
        <a:latin typeface="+mn-lt"/>
        <a:ea typeface="+mn-ea"/>
        <a:cs typeface="+mn-cs"/>
      </a:defRPr>
    </a:lvl4pPr>
    <a:lvl5pPr marL="2384425" algn="l" rtl="0" eaLnBrk="0" fontAlgn="base" hangingPunct="0">
      <a:spcBef>
        <a:spcPct val="30000"/>
      </a:spcBef>
      <a:spcAft>
        <a:spcPct val="0"/>
      </a:spcAft>
      <a:defRPr sz="1600" kern="1200">
        <a:solidFill>
          <a:schemeClr val="tx1"/>
        </a:solidFill>
        <a:latin typeface="+mn-lt"/>
        <a:ea typeface="+mn-ea"/>
        <a:cs typeface="+mn-cs"/>
      </a:defRPr>
    </a:lvl5pPr>
    <a:lvl6pPr marL="2991582" algn="l" defTabSz="1196630" rtl="0" eaLnBrk="1" latinLnBrk="0" hangingPunct="1">
      <a:defRPr sz="1600" kern="1200">
        <a:solidFill>
          <a:schemeClr val="tx1"/>
        </a:solidFill>
        <a:latin typeface="+mn-lt"/>
        <a:ea typeface="+mn-ea"/>
        <a:cs typeface="+mn-cs"/>
      </a:defRPr>
    </a:lvl6pPr>
    <a:lvl7pPr marL="3589896" algn="l" defTabSz="1196630" rtl="0" eaLnBrk="1" latinLnBrk="0" hangingPunct="1">
      <a:defRPr sz="1600" kern="1200">
        <a:solidFill>
          <a:schemeClr val="tx1"/>
        </a:solidFill>
        <a:latin typeface="+mn-lt"/>
        <a:ea typeface="+mn-ea"/>
        <a:cs typeface="+mn-cs"/>
      </a:defRPr>
    </a:lvl7pPr>
    <a:lvl8pPr marL="4188213" algn="l" defTabSz="1196630" rtl="0" eaLnBrk="1" latinLnBrk="0" hangingPunct="1">
      <a:defRPr sz="1600" kern="1200">
        <a:solidFill>
          <a:schemeClr val="tx1"/>
        </a:solidFill>
        <a:latin typeface="+mn-lt"/>
        <a:ea typeface="+mn-ea"/>
        <a:cs typeface="+mn-cs"/>
      </a:defRPr>
    </a:lvl8pPr>
    <a:lvl9pPr marL="4786528" algn="l" defTabSz="119663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459D0323-8998-C576-283D-4ABD5B0761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195" name="Notes Placeholder 2">
            <a:extLst>
              <a:ext uri="{FF2B5EF4-FFF2-40B4-BE49-F238E27FC236}">
                <a16:creationId xmlns:a16="http://schemas.microsoft.com/office/drawing/2014/main" id="{C615BDAF-02CA-8AE3-40A5-F066EAFACC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8196" name="Slide Number Placeholder 3">
            <a:extLst>
              <a:ext uri="{FF2B5EF4-FFF2-40B4-BE49-F238E27FC236}">
                <a16:creationId xmlns:a16="http://schemas.microsoft.com/office/drawing/2014/main" id="{F752E2C2-2E44-0471-5B9F-CEE83D2C23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A8CF382-26A2-3E40-94ED-6C0D9E59CEE8}" type="slidenum">
              <a:rPr lang="en-US" altLang="en-US">
                <a:latin typeface="Calibri" panose="020F0502020204030204" pitchFamily="34" charset="0"/>
              </a:rPr>
              <a:pPr/>
              <a:t>1</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82CE80-02E7-B146-BDB5-37C5E051D0B8}" type="slidenum">
              <a:rPr lang="en-US" altLang="en-US" smtClean="0"/>
              <a:pPr/>
              <a:t>4</a:t>
            </a:fld>
            <a:endParaRPr lang="en-US" altLang="en-US"/>
          </a:p>
        </p:txBody>
      </p:sp>
    </p:spTree>
    <p:extLst>
      <p:ext uri="{BB962C8B-B14F-4D97-AF65-F5344CB8AC3E}">
        <p14:creationId xmlns:p14="http://schemas.microsoft.com/office/powerpoint/2010/main" val="25324211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746760" y="1645920"/>
            <a:ext cx="10992307" cy="2194560"/>
          </a:xfrm>
          <a:ln>
            <a:noFill/>
          </a:ln>
        </p:spPr>
        <p:txBody>
          <a:bodyPr tIns="0" rIns="24034">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74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46760" y="3874243"/>
            <a:ext cx="10996574" cy="2103120"/>
          </a:xfrm>
        </p:spPr>
        <p:txBody>
          <a:bodyPr lIns="0" rIns="24034"/>
          <a:lstStyle>
            <a:lvl1pPr marL="0" marR="60085" indent="0" algn="r">
              <a:buNone/>
              <a:defRPr>
                <a:solidFill>
                  <a:schemeClr val="tx1"/>
                </a:solidFill>
              </a:defRPr>
            </a:lvl1pPr>
            <a:lvl2pPr marL="600852" indent="0" algn="ctr">
              <a:buNone/>
            </a:lvl2pPr>
            <a:lvl3pPr marL="1201704" indent="0" algn="ctr">
              <a:buNone/>
            </a:lvl3pPr>
            <a:lvl4pPr marL="1802557" indent="0" algn="ctr">
              <a:buNone/>
            </a:lvl4pPr>
            <a:lvl5pPr marL="2403409" indent="0" algn="ctr">
              <a:buNone/>
            </a:lvl5pPr>
            <a:lvl6pPr marL="3004261" indent="0" algn="ctr">
              <a:buNone/>
            </a:lvl6pPr>
            <a:lvl7pPr marL="3605113" indent="0" algn="ctr">
              <a:buNone/>
            </a:lvl7pPr>
            <a:lvl8pPr marL="4205966" indent="0" algn="ctr">
              <a:buNone/>
            </a:lvl8pPr>
            <a:lvl9pPr marL="4806818" indent="0" algn="ctr">
              <a:buNone/>
            </a:lvl9pPr>
          </a:lstStyle>
          <a:p>
            <a:r>
              <a:rPr lang="en-US"/>
              <a:t>Click to edit Master subtitle style</a:t>
            </a:r>
          </a:p>
        </p:txBody>
      </p:sp>
      <p:sp>
        <p:nvSpPr>
          <p:cNvPr id="2" name="Date Placeholder 29">
            <a:extLst>
              <a:ext uri="{FF2B5EF4-FFF2-40B4-BE49-F238E27FC236}">
                <a16:creationId xmlns:a16="http://schemas.microsoft.com/office/drawing/2014/main" id="{87FD8A7C-B1DF-5094-398E-62C42A79F963}"/>
              </a:ext>
            </a:extLst>
          </p:cNvPr>
          <p:cNvSpPr>
            <a:spLocks noGrp="1"/>
          </p:cNvSpPr>
          <p:nvPr>
            <p:ph type="dt" sz="half" idx="10"/>
          </p:nvPr>
        </p:nvSpPr>
        <p:spPr/>
        <p:txBody>
          <a:bodyPr/>
          <a:lstStyle>
            <a:lvl1pPr>
              <a:defRPr/>
            </a:lvl1pPr>
          </a:lstStyle>
          <a:p>
            <a:pPr>
              <a:defRPr/>
            </a:pPr>
            <a:fld id="{CE46F9BC-247F-B245-8626-759D45957186}" type="datetime1">
              <a:rPr lang="en-US"/>
              <a:pPr>
                <a:defRPr/>
              </a:pPr>
              <a:t>11/6/2025</a:t>
            </a:fld>
            <a:endParaRPr lang="en-US"/>
          </a:p>
        </p:txBody>
      </p:sp>
      <p:sp>
        <p:nvSpPr>
          <p:cNvPr id="3" name="Footer Placeholder 18">
            <a:extLst>
              <a:ext uri="{FF2B5EF4-FFF2-40B4-BE49-F238E27FC236}">
                <a16:creationId xmlns:a16="http://schemas.microsoft.com/office/drawing/2014/main" id="{1C94C3AD-C42E-0E1B-5732-1A325BF5F56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6">
            <a:extLst>
              <a:ext uri="{FF2B5EF4-FFF2-40B4-BE49-F238E27FC236}">
                <a16:creationId xmlns:a16="http://schemas.microsoft.com/office/drawing/2014/main" id="{2D02643E-A188-8402-93F4-C8C9926BBB92}"/>
              </a:ext>
            </a:extLst>
          </p:cNvPr>
          <p:cNvSpPr>
            <a:spLocks noGrp="1"/>
          </p:cNvSpPr>
          <p:nvPr>
            <p:ph type="sldNum" sz="quarter" idx="12"/>
          </p:nvPr>
        </p:nvSpPr>
        <p:spPr/>
        <p:txBody>
          <a:bodyPr/>
          <a:lstStyle>
            <a:lvl1pPr>
              <a:defRPr>
                <a:solidFill>
                  <a:srgbClr val="D1EAEE"/>
                </a:solidFill>
              </a:defRPr>
            </a:lvl1pPr>
          </a:lstStyle>
          <a:p>
            <a:fld id="{C34F319A-6C79-7948-99BF-EF546F7D7BCC}" type="slidenum">
              <a:rPr lang="en-US" altLang="en-US"/>
              <a:pPr/>
              <a:t>‹#›</a:t>
            </a:fld>
            <a:endParaRPr lang="en-US" altLang="en-US"/>
          </a:p>
        </p:txBody>
      </p:sp>
    </p:spTree>
    <p:extLst>
      <p:ext uri="{BB962C8B-B14F-4D97-AF65-F5344CB8AC3E}">
        <p14:creationId xmlns:p14="http://schemas.microsoft.com/office/powerpoint/2010/main" val="40978933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872023CD-2D4F-12FF-6D2B-24A55241AACA}"/>
              </a:ext>
            </a:extLst>
          </p:cNvPr>
          <p:cNvSpPr>
            <a:spLocks noGrp="1"/>
          </p:cNvSpPr>
          <p:nvPr>
            <p:ph type="dt" sz="half" idx="10"/>
          </p:nvPr>
        </p:nvSpPr>
        <p:spPr/>
        <p:txBody>
          <a:bodyPr/>
          <a:lstStyle>
            <a:lvl1pPr>
              <a:defRPr/>
            </a:lvl1pPr>
          </a:lstStyle>
          <a:p>
            <a:pPr>
              <a:defRPr/>
            </a:pPr>
            <a:fld id="{5107B7C3-B975-0B46-AA15-1F5EDC9A2BBA}" type="datetime1">
              <a:rPr lang="en-US"/>
              <a:pPr>
                <a:defRPr/>
              </a:pPr>
              <a:t>11/6/2025</a:t>
            </a:fld>
            <a:endParaRPr lang="en-US"/>
          </a:p>
        </p:txBody>
      </p:sp>
      <p:sp>
        <p:nvSpPr>
          <p:cNvPr id="5" name="Footer Placeholder 21">
            <a:extLst>
              <a:ext uri="{FF2B5EF4-FFF2-40B4-BE49-F238E27FC236}">
                <a16:creationId xmlns:a16="http://schemas.microsoft.com/office/drawing/2014/main" id="{085F8534-F2E4-FB52-98D3-6607B75A0D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104F89A7-E1B0-1B66-6439-8BF7C7657BC2}"/>
              </a:ext>
            </a:extLst>
          </p:cNvPr>
          <p:cNvSpPr>
            <a:spLocks noGrp="1"/>
          </p:cNvSpPr>
          <p:nvPr>
            <p:ph type="sldNum" sz="quarter" idx="12"/>
          </p:nvPr>
        </p:nvSpPr>
        <p:spPr/>
        <p:txBody>
          <a:bodyPr/>
          <a:lstStyle>
            <a:lvl1pPr>
              <a:defRPr/>
            </a:lvl1pPr>
          </a:lstStyle>
          <a:p>
            <a:fld id="{832D7B7E-CE9D-ED4B-AECC-1DE207A92AAD}" type="slidenum">
              <a:rPr lang="en-US" altLang="en-US"/>
              <a:pPr/>
              <a:t>‹#›</a:t>
            </a:fld>
            <a:endParaRPr lang="en-US" altLang="en-US"/>
          </a:p>
        </p:txBody>
      </p:sp>
    </p:spTree>
    <p:extLst>
      <p:ext uri="{BB962C8B-B14F-4D97-AF65-F5344CB8AC3E}">
        <p14:creationId xmlns:p14="http://schemas.microsoft.com/office/powerpoint/2010/main" val="2211025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493" y="1580083"/>
            <a:ext cx="10881360" cy="1634947"/>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74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42493" y="3245597"/>
            <a:ext cx="10881360" cy="1811654"/>
          </a:xfrm>
        </p:spPr>
        <p:txBody>
          <a:bodyPr lIns="60085" rIns="60085"/>
          <a:lstStyle>
            <a:lvl1pPr marL="0" indent="0">
              <a:buNone/>
              <a:defRPr sz="2900">
                <a:solidFill>
                  <a:schemeClr val="tx1"/>
                </a:solidFill>
              </a:defRPr>
            </a:lvl1pPr>
            <a:lvl2pPr>
              <a:buNone/>
              <a:defRPr sz="2400">
                <a:solidFill>
                  <a:schemeClr val="tx1">
                    <a:tint val="75000"/>
                  </a:schemeClr>
                </a:solidFill>
              </a:defRPr>
            </a:lvl2pPr>
            <a:lvl3pPr>
              <a:buNone/>
              <a:defRPr sz="2100">
                <a:solidFill>
                  <a:schemeClr val="tx1">
                    <a:tint val="75000"/>
                  </a:schemeClr>
                </a:solidFill>
              </a:defRPr>
            </a:lvl3pPr>
            <a:lvl4pPr>
              <a:buNone/>
              <a:defRPr sz="1800">
                <a:solidFill>
                  <a:schemeClr val="tx1">
                    <a:tint val="75000"/>
                  </a:schemeClr>
                </a:solidFill>
              </a:defRPr>
            </a:lvl4pPr>
            <a:lvl5pPr>
              <a:buNone/>
              <a:defRPr sz="18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a16="http://schemas.microsoft.com/office/drawing/2014/main" id="{FFF5B9DF-AEB1-2ED9-4949-99167DE95974}"/>
              </a:ext>
            </a:extLst>
          </p:cNvPr>
          <p:cNvSpPr>
            <a:spLocks noGrp="1"/>
          </p:cNvSpPr>
          <p:nvPr>
            <p:ph type="dt" sz="half" idx="10"/>
          </p:nvPr>
        </p:nvSpPr>
        <p:spPr/>
        <p:txBody>
          <a:bodyPr/>
          <a:lstStyle>
            <a:lvl1pPr>
              <a:defRPr/>
            </a:lvl1pPr>
          </a:lstStyle>
          <a:p>
            <a:pPr>
              <a:defRPr/>
            </a:pPr>
            <a:fld id="{3ED074DB-9E47-0648-84EF-7D10354E34D7}" type="datetime1">
              <a:rPr lang="en-US"/>
              <a:pPr>
                <a:defRPr/>
              </a:pPr>
              <a:t>11/6/2025</a:t>
            </a:fld>
            <a:endParaRPr lang="en-US"/>
          </a:p>
        </p:txBody>
      </p:sp>
      <p:sp>
        <p:nvSpPr>
          <p:cNvPr id="5" name="Footer Placeholder 4">
            <a:extLst>
              <a:ext uri="{FF2B5EF4-FFF2-40B4-BE49-F238E27FC236}">
                <a16:creationId xmlns:a16="http://schemas.microsoft.com/office/drawing/2014/main" id="{241F1B0E-5014-8880-8B1B-9C50027DB26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8AD8C03-4336-23C6-4AF1-D3F8804D964A}"/>
              </a:ext>
            </a:extLst>
          </p:cNvPr>
          <p:cNvSpPr>
            <a:spLocks noGrp="1"/>
          </p:cNvSpPr>
          <p:nvPr>
            <p:ph type="sldNum" sz="quarter" idx="12"/>
          </p:nvPr>
        </p:nvSpPr>
        <p:spPr/>
        <p:txBody>
          <a:bodyPr/>
          <a:lstStyle>
            <a:lvl1pPr>
              <a:defRPr>
                <a:solidFill>
                  <a:srgbClr val="D1EAEE"/>
                </a:solidFill>
              </a:defRPr>
            </a:lvl1pPr>
          </a:lstStyle>
          <a:p>
            <a:fld id="{D96D7E33-5D45-6C47-BCAB-631362DD3DEA}" type="slidenum">
              <a:rPr lang="en-US" altLang="en-US"/>
              <a:pPr/>
              <a:t>‹#›</a:t>
            </a:fld>
            <a:endParaRPr lang="en-US" altLang="en-US"/>
          </a:p>
        </p:txBody>
      </p:sp>
    </p:spTree>
    <p:extLst>
      <p:ext uri="{BB962C8B-B14F-4D97-AF65-F5344CB8AC3E}">
        <p14:creationId xmlns:p14="http://schemas.microsoft.com/office/powerpoint/2010/main" val="408034312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0080" y="844906"/>
            <a:ext cx="11521440" cy="1371600"/>
          </a:xfrm>
        </p:spPr>
        <p:txBody>
          <a:bodyPr/>
          <a:lstStyle/>
          <a:p>
            <a:r>
              <a:rPr lang="en-US"/>
              <a:t>Click to edit Master title style</a:t>
            </a:r>
          </a:p>
        </p:txBody>
      </p:sp>
      <p:sp>
        <p:nvSpPr>
          <p:cNvPr id="3" name="Content Placeholder 2"/>
          <p:cNvSpPr>
            <a:spLocks noGrp="1"/>
          </p:cNvSpPr>
          <p:nvPr>
            <p:ph sz="half" idx="1"/>
          </p:nvPr>
        </p:nvSpPr>
        <p:spPr>
          <a:xfrm>
            <a:off x="640080" y="2304102"/>
            <a:ext cx="5654040" cy="5321808"/>
          </a:xfrm>
        </p:spPr>
        <p:txBody>
          <a:bodyPr/>
          <a:lstStyle>
            <a:lvl1pPr>
              <a:defRPr sz="3400"/>
            </a:lvl1pPr>
            <a:lvl2pPr>
              <a:defRPr sz="3200"/>
            </a:lvl2pPr>
            <a:lvl3pPr>
              <a:defRPr sz="26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7480" y="2304102"/>
            <a:ext cx="5654040" cy="5321808"/>
          </a:xfrm>
        </p:spPr>
        <p:txBody>
          <a:bodyPr/>
          <a:lstStyle>
            <a:lvl1pPr>
              <a:defRPr sz="3400"/>
            </a:lvl1pPr>
            <a:lvl2pPr>
              <a:defRPr sz="3200"/>
            </a:lvl2pPr>
            <a:lvl3pPr>
              <a:defRPr sz="26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a16="http://schemas.microsoft.com/office/drawing/2014/main" id="{33A9F457-9961-6572-D747-CD05BB2154C2}"/>
              </a:ext>
            </a:extLst>
          </p:cNvPr>
          <p:cNvSpPr>
            <a:spLocks noGrp="1"/>
          </p:cNvSpPr>
          <p:nvPr>
            <p:ph type="dt" sz="half" idx="10"/>
          </p:nvPr>
        </p:nvSpPr>
        <p:spPr/>
        <p:txBody>
          <a:bodyPr/>
          <a:lstStyle>
            <a:lvl1pPr>
              <a:defRPr/>
            </a:lvl1pPr>
          </a:lstStyle>
          <a:p>
            <a:pPr>
              <a:defRPr/>
            </a:pPr>
            <a:fld id="{01483AAD-7099-2144-8166-65A6A3F11A93}" type="datetime1">
              <a:rPr lang="en-US"/>
              <a:pPr>
                <a:defRPr/>
              </a:pPr>
              <a:t>11/6/2025</a:t>
            </a:fld>
            <a:endParaRPr lang="en-US"/>
          </a:p>
        </p:txBody>
      </p:sp>
      <p:sp>
        <p:nvSpPr>
          <p:cNvPr id="6" name="Footer Placeholder 21">
            <a:extLst>
              <a:ext uri="{FF2B5EF4-FFF2-40B4-BE49-F238E27FC236}">
                <a16:creationId xmlns:a16="http://schemas.microsoft.com/office/drawing/2014/main" id="{01399119-7BBC-8938-5CF7-954CC27AC93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E8B8CB58-67F5-7CFB-07E6-5661D720455D}"/>
              </a:ext>
            </a:extLst>
          </p:cNvPr>
          <p:cNvSpPr>
            <a:spLocks noGrp="1"/>
          </p:cNvSpPr>
          <p:nvPr>
            <p:ph type="sldNum" sz="quarter" idx="12"/>
          </p:nvPr>
        </p:nvSpPr>
        <p:spPr/>
        <p:txBody>
          <a:bodyPr/>
          <a:lstStyle>
            <a:lvl1pPr>
              <a:defRPr/>
            </a:lvl1pPr>
          </a:lstStyle>
          <a:p>
            <a:fld id="{836903DB-5062-D64F-BC01-E224C495D736}" type="slidenum">
              <a:rPr lang="en-US" altLang="en-US"/>
              <a:pPr/>
              <a:t>‹#›</a:t>
            </a:fld>
            <a:endParaRPr lang="en-US" altLang="en-US"/>
          </a:p>
        </p:txBody>
      </p:sp>
    </p:spTree>
    <p:extLst>
      <p:ext uri="{BB962C8B-B14F-4D97-AF65-F5344CB8AC3E}">
        <p14:creationId xmlns:p14="http://schemas.microsoft.com/office/powerpoint/2010/main" val="2132517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0080" y="844906"/>
            <a:ext cx="11521440" cy="13716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2226298"/>
            <a:ext cx="5656263" cy="791222"/>
          </a:xfrm>
        </p:spPr>
        <p:txBody>
          <a:bodyPr lIns="60085" tIns="0" rIns="60085" bIns="0" anchor="ctr">
            <a:noAutofit/>
          </a:bodyPr>
          <a:lstStyle>
            <a:lvl1pPr marL="0" indent="0">
              <a:buNone/>
              <a:defRPr sz="3200" b="1" cap="none" baseline="0">
                <a:solidFill>
                  <a:schemeClr val="tx2"/>
                </a:solidFill>
                <a:effectLst/>
              </a:defRPr>
            </a:lvl1pPr>
            <a:lvl2pPr>
              <a:buNone/>
              <a:defRPr sz="2600" b="1"/>
            </a:lvl2pPr>
            <a:lvl3pPr>
              <a:buNone/>
              <a:defRPr sz="2400" b="1"/>
            </a:lvl3pPr>
            <a:lvl4pPr>
              <a:buNone/>
              <a:defRPr sz="2100" b="1"/>
            </a:lvl4pPr>
            <a:lvl5pPr>
              <a:buNone/>
              <a:defRPr sz="2100" b="1"/>
            </a:lvl5pPr>
          </a:lstStyle>
          <a:p>
            <a:pPr lvl="0"/>
            <a:r>
              <a:rPr lang="en-US"/>
              <a:t>Click to edit Master text styles</a:t>
            </a:r>
          </a:p>
        </p:txBody>
      </p:sp>
      <p:sp>
        <p:nvSpPr>
          <p:cNvPr id="4" name="Text Placeholder 3"/>
          <p:cNvSpPr>
            <a:spLocks noGrp="1"/>
          </p:cNvSpPr>
          <p:nvPr>
            <p:ph type="body" sz="half" idx="3"/>
          </p:nvPr>
        </p:nvSpPr>
        <p:spPr>
          <a:xfrm>
            <a:off x="6503036" y="2231709"/>
            <a:ext cx="5658485" cy="785812"/>
          </a:xfrm>
        </p:spPr>
        <p:txBody>
          <a:bodyPr lIns="60085" tIns="0" rIns="60085" bIns="0" anchor="ctr"/>
          <a:lstStyle>
            <a:lvl1pPr marL="0" indent="0">
              <a:buNone/>
              <a:defRPr sz="3200" b="1" cap="none" baseline="0">
                <a:solidFill>
                  <a:schemeClr val="tx2"/>
                </a:solidFill>
                <a:effectLst/>
              </a:defRPr>
            </a:lvl1pPr>
            <a:lvl2pPr>
              <a:buNone/>
              <a:defRPr sz="2600" b="1"/>
            </a:lvl2pPr>
            <a:lvl3pPr>
              <a:buNone/>
              <a:defRPr sz="2400" b="1"/>
            </a:lvl3pPr>
            <a:lvl4pPr>
              <a:buNone/>
              <a:defRPr sz="2100" b="1"/>
            </a:lvl4pPr>
            <a:lvl5pPr>
              <a:buNone/>
              <a:defRPr sz="2100" b="1"/>
            </a:lvl5pPr>
          </a:lstStyle>
          <a:p>
            <a:pPr lvl="0"/>
            <a:r>
              <a:rPr lang="en-US"/>
              <a:t>Click to edit Master text styles</a:t>
            </a:r>
          </a:p>
        </p:txBody>
      </p:sp>
      <p:sp>
        <p:nvSpPr>
          <p:cNvPr id="5" name="Content Placeholder 4"/>
          <p:cNvSpPr>
            <a:spLocks noGrp="1"/>
          </p:cNvSpPr>
          <p:nvPr>
            <p:ph sz="quarter" idx="2"/>
          </p:nvPr>
        </p:nvSpPr>
        <p:spPr>
          <a:xfrm>
            <a:off x="640080" y="3017520"/>
            <a:ext cx="5656263" cy="4614864"/>
          </a:xfrm>
        </p:spPr>
        <p:txBody>
          <a:bodyPr tIns="0"/>
          <a:lstStyle>
            <a:lvl1pPr>
              <a:defRPr sz="2900"/>
            </a:lvl1pPr>
            <a:lvl2pPr>
              <a:defRPr sz="2600"/>
            </a:lvl2pPr>
            <a:lvl3pPr>
              <a:defRPr sz="2400"/>
            </a:lvl3pPr>
            <a:lvl4pPr>
              <a:defRPr sz="2100"/>
            </a:lvl4pPr>
            <a:lvl5pPr>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503036" y="3017520"/>
            <a:ext cx="5658485" cy="4614864"/>
          </a:xfrm>
        </p:spPr>
        <p:txBody>
          <a:bodyPr tIns="0"/>
          <a:lstStyle>
            <a:lvl1pPr>
              <a:defRPr sz="2900"/>
            </a:lvl1pPr>
            <a:lvl2pPr>
              <a:defRPr sz="2600"/>
            </a:lvl2pPr>
            <a:lvl3pPr>
              <a:defRPr sz="2400"/>
            </a:lvl3pPr>
            <a:lvl4pPr>
              <a:defRPr sz="2100"/>
            </a:lvl4pPr>
            <a:lvl5pPr>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a16="http://schemas.microsoft.com/office/drawing/2014/main" id="{A1059B4D-8954-FD1C-8C73-572D2CF33276}"/>
              </a:ext>
            </a:extLst>
          </p:cNvPr>
          <p:cNvSpPr>
            <a:spLocks noGrp="1"/>
          </p:cNvSpPr>
          <p:nvPr>
            <p:ph type="dt" sz="half" idx="10"/>
          </p:nvPr>
        </p:nvSpPr>
        <p:spPr/>
        <p:txBody>
          <a:bodyPr/>
          <a:lstStyle>
            <a:lvl1pPr>
              <a:defRPr/>
            </a:lvl1pPr>
          </a:lstStyle>
          <a:p>
            <a:pPr>
              <a:defRPr/>
            </a:pPr>
            <a:fld id="{BCAFBC24-F0F7-3E4A-8718-62D93495AA94}" type="datetime1">
              <a:rPr lang="en-US"/>
              <a:pPr>
                <a:defRPr/>
              </a:pPr>
              <a:t>11/6/2025</a:t>
            </a:fld>
            <a:endParaRPr lang="en-US"/>
          </a:p>
        </p:txBody>
      </p:sp>
      <p:sp>
        <p:nvSpPr>
          <p:cNvPr id="8" name="Footer Placeholder 21">
            <a:extLst>
              <a:ext uri="{FF2B5EF4-FFF2-40B4-BE49-F238E27FC236}">
                <a16:creationId xmlns:a16="http://schemas.microsoft.com/office/drawing/2014/main" id="{08685434-67C0-E8BD-BFED-66A8A98E696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7">
            <a:extLst>
              <a:ext uri="{FF2B5EF4-FFF2-40B4-BE49-F238E27FC236}">
                <a16:creationId xmlns:a16="http://schemas.microsoft.com/office/drawing/2014/main" id="{D9CF8D5F-3FF1-C3B7-E731-3788EBCF6A11}"/>
              </a:ext>
            </a:extLst>
          </p:cNvPr>
          <p:cNvSpPr>
            <a:spLocks noGrp="1"/>
          </p:cNvSpPr>
          <p:nvPr>
            <p:ph type="sldNum" sz="quarter" idx="12"/>
          </p:nvPr>
        </p:nvSpPr>
        <p:spPr/>
        <p:txBody>
          <a:bodyPr/>
          <a:lstStyle>
            <a:lvl1pPr>
              <a:defRPr/>
            </a:lvl1pPr>
          </a:lstStyle>
          <a:p>
            <a:fld id="{C0CBA90F-BF90-9D4F-8550-4DA4056935FF}" type="slidenum">
              <a:rPr lang="en-US" altLang="en-US"/>
              <a:pPr/>
              <a:t>‹#›</a:t>
            </a:fld>
            <a:endParaRPr lang="en-US" altLang="en-US"/>
          </a:p>
        </p:txBody>
      </p:sp>
    </p:spTree>
    <p:extLst>
      <p:ext uri="{BB962C8B-B14F-4D97-AF65-F5344CB8AC3E}">
        <p14:creationId xmlns:p14="http://schemas.microsoft.com/office/powerpoint/2010/main" val="942183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40080" y="844906"/>
            <a:ext cx="11628120" cy="13716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66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a16="http://schemas.microsoft.com/office/drawing/2014/main" id="{F6006F13-635C-7321-2F44-99BF14B96B21}"/>
              </a:ext>
            </a:extLst>
          </p:cNvPr>
          <p:cNvSpPr>
            <a:spLocks noGrp="1"/>
          </p:cNvSpPr>
          <p:nvPr>
            <p:ph type="dt" sz="half" idx="10"/>
          </p:nvPr>
        </p:nvSpPr>
        <p:spPr/>
        <p:txBody>
          <a:bodyPr/>
          <a:lstStyle>
            <a:lvl1pPr>
              <a:defRPr/>
            </a:lvl1pPr>
          </a:lstStyle>
          <a:p>
            <a:pPr>
              <a:defRPr/>
            </a:pPr>
            <a:fld id="{480091E0-DF7D-524F-B546-AC055A255792}" type="datetime1">
              <a:rPr lang="en-US"/>
              <a:pPr>
                <a:defRPr/>
              </a:pPr>
              <a:t>11/6/2025</a:t>
            </a:fld>
            <a:endParaRPr lang="en-US"/>
          </a:p>
        </p:txBody>
      </p:sp>
      <p:sp>
        <p:nvSpPr>
          <p:cNvPr id="4" name="Footer Placeholder 21">
            <a:extLst>
              <a:ext uri="{FF2B5EF4-FFF2-40B4-BE49-F238E27FC236}">
                <a16:creationId xmlns:a16="http://schemas.microsoft.com/office/drawing/2014/main" id="{8B49D17C-856E-E6D6-427C-8F7DA35B9D4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17">
            <a:extLst>
              <a:ext uri="{FF2B5EF4-FFF2-40B4-BE49-F238E27FC236}">
                <a16:creationId xmlns:a16="http://schemas.microsoft.com/office/drawing/2014/main" id="{902C2A03-27F2-F10A-3F63-BB66929714C8}"/>
              </a:ext>
            </a:extLst>
          </p:cNvPr>
          <p:cNvSpPr>
            <a:spLocks noGrp="1"/>
          </p:cNvSpPr>
          <p:nvPr>
            <p:ph type="sldNum" sz="quarter" idx="12"/>
          </p:nvPr>
        </p:nvSpPr>
        <p:spPr/>
        <p:txBody>
          <a:bodyPr/>
          <a:lstStyle>
            <a:lvl1pPr>
              <a:defRPr/>
            </a:lvl1pPr>
          </a:lstStyle>
          <a:p>
            <a:fld id="{84CE6E0B-E03E-6F4B-8AAE-AE52EFE18D21}" type="slidenum">
              <a:rPr lang="en-US" altLang="en-US"/>
              <a:pPr/>
              <a:t>‹#›</a:t>
            </a:fld>
            <a:endParaRPr lang="en-US" altLang="en-US"/>
          </a:p>
        </p:txBody>
      </p:sp>
    </p:spTree>
    <p:extLst>
      <p:ext uri="{BB962C8B-B14F-4D97-AF65-F5344CB8AC3E}">
        <p14:creationId xmlns:p14="http://schemas.microsoft.com/office/powerpoint/2010/main" val="1910079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5442A03E-ED56-DAA7-C5FC-B8A7068B7002}"/>
              </a:ext>
            </a:extLst>
          </p:cNvPr>
          <p:cNvSpPr>
            <a:spLocks noGrp="1"/>
          </p:cNvSpPr>
          <p:nvPr>
            <p:ph type="dt" sz="half" idx="10"/>
          </p:nvPr>
        </p:nvSpPr>
        <p:spPr/>
        <p:txBody>
          <a:bodyPr/>
          <a:lstStyle>
            <a:lvl1pPr>
              <a:defRPr/>
            </a:lvl1pPr>
          </a:lstStyle>
          <a:p>
            <a:pPr>
              <a:defRPr/>
            </a:pPr>
            <a:fld id="{344131D3-F4B7-BA49-ABE5-2CBD0704F5D3}" type="datetime1">
              <a:rPr lang="en-US"/>
              <a:pPr>
                <a:defRPr/>
              </a:pPr>
              <a:t>11/6/2025</a:t>
            </a:fld>
            <a:endParaRPr lang="en-US"/>
          </a:p>
        </p:txBody>
      </p:sp>
      <p:sp>
        <p:nvSpPr>
          <p:cNvPr id="3" name="Footer Placeholder 21">
            <a:extLst>
              <a:ext uri="{FF2B5EF4-FFF2-40B4-BE49-F238E27FC236}">
                <a16:creationId xmlns:a16="http://schemas.microsoft.com/office/drawing/2014/main" id="{95BFB9B8-F3A9-CE82-5A25-644C2BFE5CD4}"/>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17">
            <a:extLst>
              <a:ext uri="{FF2B5EF4-FFF2-40B4-BE49-F238E27FC236}">
                <a16:creationId xmlns:a16="http://schemas.microsoft.com/office/drawing/2014/main" id="{F4FE98B8-F22D-9171-1F60-E26BD44FA85D}"/>
              </a:ext>
            </a:extLst>
          </p:cNvPr>
          <p:cNvSpPr>
            <a:spLocks noGrp="1"/>
          </p:cNvSpPr>
          <p:nvPr>
            <p:ph type="sldNum" sz="quarter" idx="12"/>
          </p:nvPr>
        </p:nvSpPr>
        <p:spPr/>
        <p:txBody>
          <a:bodyPr/>
          <a:lstStyle>
            <a:lvl1pPr>
              <a:defRPr/>
            </a:lvl1pPr>
          </a:lstStyle>
          <a:p>
            <a:fld id="{EA9D1948-22B7-484D-B279-275715BA6AF2}" type="slidenum">
              <a:rPr lang="en-US" altLang="en-US"/>
              <a:pPr/>
              <a:t>‹#›</a:t>
            </a:fld>
            <a:endParaRPr lang="en-US" altLang="en-US"/>
          </a:p>
        </p:txBody>
      </p:sp>
    </p:spTree>
    <p:extLst>
      <p:ext uri="{BB962C8B-B14F-4D97-AF65-F5344CB8AC3E}">
        <p14:creationId xmlns:p14="http://schemas.microsoft.com/office/powerpoint/2010/main" val="2505551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60120" y="617222"/>
            <a:ext cx="3840480" cy="1394460"/>
          </a:xfrm>
        </p:spPr>
        <p:txBody>
          <a:bodyPr>
            <a:noAutofit/>
          </a:bodyPr>
          <a:lstStyle>
            <a:lvl1pPr algn="l" rtl="0">
              <a:spcBef>
                <a:spcPct val="0"/>
              </a:spcBef>
              <a:buNone/>
              <a:defRPr sz="34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60120" y="2011680"/>
            <a:ext cx="3840480" cy="5486400"/>
          </a:xfrm>
        </p:spPr>
        <p:txBody>
          <a:bodyPr lIns="24034" rIns="24034"/>
          <a:lstStyle>
            <a:lvl1pPr marL="0" indent="0" algn="l">
              <a:buNone/>
              <a:defRPr sz="1800"/>
            </a:lvl1pPr>
            <a:lvl2pPr indent="0" algn="l">
              <a:buNone/>
              <a:defRPr sz="1600"/>
            </a:lvl2pPr>
            <a:lvl3pPr indent="0" algn="l">
              <a:buNone/>
              <a:defRPr sz="1300"/>
            </a:lvl3pPr>
            <a:lvl4pPr indent="0" algn="l">
              <a:buNone/>
              <a:defRPr sz="1200"/>
            </a:lvl4pPr>
            <a:lvl5pPr indent="0" algn="l">
              <a:buNone/>
              <a:defRPr sz="1200"/>
            </a:lvl5pPr>
          </a:lstStyle>
          <a:p>
            <a:pPr lvl="0"/>
            <a:r>
              <a:rPr lang="en-US"/>
              <a:t>Click to edit Master text styles</a:t>
            </a:r>
          </a:p>
        </p:txBody>
      </p:sp>
      <p:sp>
        <p:nvSpPr>
          <p:cNvPr id="4" name="Content Placeholder 3"/>
          <p:cNvSpPr>
            <a:spLocks noGrp="1"/>
          </p:cNvSpPr>
          <p:nvPr>
            <p:ph sz="half" idx="1"/>
          </p:nvPr>
        </p:nvSpPr>
        <p:spPr>
          <a:xfrm>
            <a:off x="5005070" y="2011680"/>
            <a:ext cx="7156450" cy="5486400"/>
          </a:xfrm>
        </p:spPr>
        <p:txBody>
          <a:bodyPr tIns="0"/>
          <a:lstStyle>
            <a:lvl1pPr>
              <a:defRPr sz="3700"/>
            </a:lvl1pPr>
            <a:lvl2pPr>
              <a:defRPr sz="3400"/>
            </a:lvl2pPr>
            <a:lvl3pPr>
              <a:defRPr sz="3200"/>
            </a:lvl3pPr>
            <a:lvl4pPr>
              <a:defRPr sz="26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a16="http://schemas.microsoft.com/office/drawing/2014/main" id="{9F3149E1-81E6-0175-41A2-4F04A809C603}"/>
              </a:ext>
            </a:extLst>
          </p:cNvPr>
          <p:cNvSpPr>
            <a:spLocks noGrp="1"/>
          </p:cNvSpPr>
          <p:nvPr>
            <p:ph type="dt" sz="half" idx="10"/>
          </p:nvPr>
        </p:nvSpPr>
        <p:spPr/>
        <p:txBody>
          <a:bodyPr/>
          <a:lstStyle>
            <a:lvl1pPr>
              <a:defRPr/>
            </a:lvl1pPr>
          </a:lstStyle>
          <a:p>
            <a:pPr>
              <a:defRPr/>
            </a:pPr>
            <a:fld id="{3381E951-2F1C-4B45-A85B-99E5EB37160B}" type="datetime1">
              <a:rPr lang="en-US"/>
              <a:pPr>
                <a:defRPr/>
              </a:pPr>
              <a:t>11/6/2025</a:t>
            </a:fld>
            <a:endParaRPr lang="en-US"/>
          </a:p>
        </p:txBody>
      </p:sp>
      <p:sp>
        <p:nvSpPr>
          <p:cNvPr id="6" name="Footer Placeholder 21">
            <a:extLst>
              <a:ext uri="{FF2B5EF4-FFF2-40B4-BE49-F238E27FC236}">
                <a16:creationId xmlns:a16="http://schemas.microsoft.com/office/drawing/2014/main" id="{82065A5B-E912-B0A6-28B3-82EA7B67D90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148B07EA-BE84-A17C-0E16-A5688C641B62}"/>
              </a:ext>
            </a:extLst>
          </p:cNvPr>
          <p:cNvSpPr>
            <a:spLocks noGrp="1"/>
          </p:cNvSpPr>
          <p:nvPr>
            <p:ph type="sldNum" sz="quarter" idx="12"/>
          </p:nvPr>
        </p:nvSpPr>
        <p:spPr/>
        <p:txBody>
          <a:bodyPr/>
          <a:lstStyle>
            <a:lvl1pPr>
              <a:defRPr/>
            </a:lvl1pPr>
          </a:lstStyle>
          <a:p>
            <a:fld id="{167C72F9-83C5-E44B-8FB4-8E80D4878C0C}" type="slidenum">
              <a:rPr lang="en-US" altLang="en-US"/>
              <a:pPr/>
              <a:t>‹#›</a:t>
            </a:fld>
            <a:endParaRPr lang="en-US" altLang="en-US"/>
          </a:p>
        </p:txBody>
      </p:sp>
    </p:spTree>
    <p:extLst>
      <p:ext uri="{BB962C8B-B14F-4D97-AF65-F5344CB8AC3E}">
        <p14:creationId xmlns:p14="http://schemas.microsoft.com/office/powerpoint/2010/main" val="4227933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a:extLst>
              <a:ext uri="{FF2B5EF4-FFF2-40B4-BE49-F238E27FC236}">
                <a16:creationId xmlns:a16="http://schemas.microsoft.com/office/drawing/2014/main" id="{53F4E3F2-EE43-DB38-58A0-DA3AE6F45AB8}"/>
              </a:ext>
            </a:extLst>
          </p:cNvPr>
          <p:cNvSpPr/>
          <p:nvPr/>
        </p:nvSpPr>
        <p:spPr>
          <a:xfrm rot="420000" flipV="1">
            <a:off x="4432300" y="1330325"/>
            <a:ext cx="7361238" cy="4937125"/>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120170" tIns="60085" rIns="120170" bIns="60085" anchor="ctr"/>
          <a:lstStyle/>
          <a:p>
            <a:pPr algn="ctr" eaLnBrk="1" hangingPunct="1">
              <a:defRPr/>
            </a:pPr>
            <a:endParaRPr lang="en-US"/>
          </a:p>
        </p:txBody>
      </p:sp>
      <p:sp>
        <p:nvSpPr>
          <p:cNvPr id="6" name="Right Triangle 5">
            <a:extLst>
              <a:ext uri="{FF2B5EF4-FFF2-40B4-BE49-F238E27FC236}">
                <a16:creationId xmlns:a16="http://schemas.microsoft.com/office/drawing/2014/main" id="{E8484A4D-F5C2-1D01-9321-D065E3B6DEC9}"/>
              </a:ext>
            </a:extLst>
          </p:cNvPr>
          <p:cNvSpPr/>
          <p:nvPr/>
        </p:nvSpPr>
        <p:spPr>
          <a:xfrm rot="420000" flipV="1">
            <a:off x="11206163" y="6430963"/>
            <a:ext cx="217487" cy="18732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120170" tIns="60085" rIns="120170" bIns="60085" anchor="ctr"/>
          <a:lstStyle/>
          <a:p>
            <a:pPr algn="ctr" eaLnBrk="1" hangingPunct="1">
              <a:defRPr/>
            </a:pPr>
            <a:endParaRPr lang="en-US"/>
          </a:p>
        </p:txBody>
      </p:sp>
      <p:sp>
        <p:nvSpPr>
          <p:cNvPr id="7" name="Freeform 6">
            <a:extLst>
              <a:ext uri="{FF2B5EF4-FFF2-40B4-BE49-F238E27FC236}">
                <a16:creationId xmlns:a16="http://schemas.microsoft.com/office/drawing/2014/main" id="{7505E11A-DDE2-D015-A5F0-BD7C69CD2DAC}"/>
              </a:ext>
            </a:extLst>
          </p:cNvPr>
          <p:cNvSpPr>
            <a:spLocks/>
          </p:cNvSpPr>
          <p:nvPr/>
        </p:nvSpPr>
        <p:spPr bwMode="auto">
          <a:xfrm flipV="1">
            <a:off x="-12700" y="6980238"/>
            <a:ext cx="12827000" cy="1249362"/>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120170" tIns="60085" rIns="120170" bIns="60085"/>
          <a:lstStyle/>
          <a:p>
            <a:pPr eaLnBrk="1" hangingPunct="1">
              <a:defRPr/>
            </a:pPr>
            <a:endParaRPr lang="en-US">
              <a:latin typeface="+mn-lt"/>
              <a:cs typeface="+mn-cs"/>
            </a:endParaRPr>
          </a:p>
        </p:txBody>
      </p:sp>
      <p:sp>
        <p:nvSpPr>
          <p:cNvPr id="8" name="Freeform 7">
            <a:extLst>
              <a:ext uri="{FF2B5EF4-FFF2-40B4-BE49-F238E27FC236}">
                <a16:creationId xmlns:a16="http://schemas.microsoft.com/office/drawing/2014/main" id="{FC22AC08-1A1C-696B-AADA-979C932FDAFD}"/>
              </a:ext>
            </a:extLst>
          </p:cNvPr>
          <p:cNvSpPr>
            <a:spLocks/>
          </p:cNvSpPr>
          <p:nvPr/>
        </p:nvSpPr>
        <p:spPr bwMode="auto">
          <a:xfrm flipV="1">
            <a:off x="6134100" y="7464425"/>
            <a:ext cx="6667500" cy="765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120170" tIns="60085" rIns="120170" bIns="60085"/>
          <a:lstStyle/>
          <a:p>
            <a:pPr eaLnBrk="1" hangingPunct="1">
              <a:defRPr/>
            </a:pPr>
            <a:endParaRPr lang="en-US">
              <a:latin typeface="+mn-lt"/>
              <a:cs typeface="+mn-cs"/>
            </a:endParaRPr>
          </a:p>
        </p:txBody>
      </p:sp>
      <p:sp>
        <p:nvSpPr>
          <p:cNvPr id="2" name="Title 1"/>
          <p:cNvSpPr>
            <a:spLocks noGrp="1"/>
          </p:cNvSpPr>
          <p:nvPr>
            <p:ph type="title"/>
          </p:nvPr>
        </p:nvSpPr>
        <p:spPr>
          <a:xfrm>
            <a:off x="853440" y="1412396"/>
            <a:ext cx="3097987" cy="1899145"/>
          </a:xfrm>
        </p:spPr>
        <p:txBody>
          <a:bodyPr lIns="60085" rIns="60085" bIns="60085"/>
          <a:lstStyle>
            <a:lvl1pPr algn="l">
              <a:buNone/>
              <a:defRPr sz="26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53440" y="3394542"/>
            <a:ext cx="3093720" cy="2615184"/>
          </a:xfrm>
        </p:spPr>
        <p:txBody>
          <a:bodyPr lIns="84119" rIns="60085"/>
          <a:lstStyle>
            <a:lvl1pPr marL="0" indent="0" algn="l">
              <a:spcBef>
                <a:spcPts val="329"/>
              </a:spcBef>
              <a:buFontTx/>
              <a:buNone/>
              <a:defRPr sz="1700"/>
            </a:lvl1pPr>
            <a:lvl2pPr>
              <a:defRPr sz="1600"/>
            </a:lvl2pPr>
            <a:lvl3pPr>
              <a:defRPr sz="1300"/>
            </a:lvl3pPr>
            <a:lvl4pPr>
              <a:defRPr sz="1200"/>
            </a:lvl4pPr>
            <a:lvl5pPr>
              <a:defRPr sz="1200"/>
            </a:lvl5pPr>
          </a:lstStyle>
          <a:p>
            <a:pPr lvl="0"/>
            <a:r>
              <a:rPr lang="en-US"/>
              <a:t>Click to edit Master text styles</a:t>
            </a:r>
          </a:p>
        </p:txBody>
      </p:sp>
      <p:sp>
        <p:nvSpPr>
          <p:cNvPr id="3" name="Picture Placeholder 2"/>
          <p:cNvSpPr>
            <a:spLocks noGrp="1"/>
          </p:cNvSpPr>
          <p:nvPr>
            <p:ph type="pic" idx="1"/>
          </p:nvPr>
        </p:nvSpPr>
        <p:spPr>
          <a:xfrm rot="420000">
            <a:off x="4880110" y="1439420"/>
            <a:ext cx="6464808" cy="4718304"/>
          </a:xfrm>
          <a:prstGeom prst="rect">
            <a:avLst/>
          </a:prstGeom>
          <a:solidFill>
            <a:schemeClr val="bg2"/>
          </a:solidFill>
          <a:ln w="3000" cap="rnd">
            <a:solidFill>
              <a:srgbClr val="C0C0C0"/>
            </a:solidFill>
            <a:round/>
          </a:ln>
          <a:effectLst/>
        </p:spPr>
        <p:txBody>
          <a:bodyPr>
            <a:normAutofit/>
          </a:bodyPr>
          <a:lstStyle>
            <a:lvl1pPr marL="0" indent="0">
              <a:buNone/>
              <a:defRPr sz="4200"/>
            </a:lvl1pPr>
          </a:lstStyle>
          <a:p>
            <a:pPr lvl="0"/>
            <a:r>
              <a:rPr lang="en-US" noProof="0"/>
              <a:t>Click icon to add picture</a:t>
            </a:r>
            <a:endParaRPr lang="en-US" noProof="0" dirty="0"/>
          </a:p>
        </p:txBody>
      </p:sp>
      <p:sp>
        <p:nvSpPr>
          <p:cNvPr id="9" name="Date Placeholder 4">
            <a:extLst>
              <a:ext uri="{FF2B5EF4-FFF2-40B4-BE49-F238E27FC236}">
                <a16:creationId xmlns:a16="http://schemas.microsoft.com/office/drawing/2014/main" id="{E5118F52-D0B1-F68E-9943-572F8C5D8431}"/>
              </a:ext>
            </a:extLst>
          </p:cNvPr>
          <p:cNvSpPr>
            <a:spLocks noGrp="1"/>
          </p:cNvSpPr>
          <p:nvPr>
            <p:ph type="dt" sz="half" idx="10"/>
          </p:nvPr>
        </p:nvSpPr>
        <p:spPr/>
        <p:txBody>
          <a:bodyPr/>
          <a:lstStyle>
            <a:lvl1pPr>
              <a:defRPr/>
            </a:lvl1pPr>
          </a:lstStyle>
          <a:p>
            <a:pPr>
              <a:defRPr/>
            </a:pPr>
            <a:fld id="{6404F8EE-D527-7744-B0C0-2AC95FC8F1A8}" type="datetime1">
              <a:rPr lang="en-US"/>
              <a:pPr>
                <a:defRPr/>
              </a:pPr>
              <a:t>11/6/2025</a:t>
            </a:fld>
            <a:endParaRPr lang="en-US"/>
          </a:p>
        </p:txBody>
      </p:sp>
      <p:sp>
        <p:nvSpPr>
          <p:cNvPr id="10" name="Footer Placeholder 5">
            <a:extLst>
              <a:ext uri="{FF2B5EF4-FFF2-40B4-BE49-F238E27FC236}">
                <a16:creationId xmlns:a16="http://schemas.microsoft.com/office/drawing/2014/main" id="{2554CC28-6B4C-63FC-7D0D-4C7893833B59}"/>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6">
            <a:extLst>
              <a:ext uri="{FF2B5EF4-FFF2-40B4-BE49-F238E27FC236}">
                <a16:creationId xmlns:a16="http://schemas.microsoft.com/office/drawing/2014/main" id="{7C30ACC9-7905-39A6-4119-F2AA779AFB30}"/>
              </a:ext>
            </a:extLst>
          </p:cNvPr>
          <p:cNvSpPr>
            <a:spLocks noGrp="1"/>
          </p:cNvSpPr>
          <p:nvPr>
            <p:ph type="sldNum" sz="quarter" idx="12"/>
          </p:nvPr>
        </p:nvSpPr>
        <p:spPr>
          <a:xfrm>
            <a:off x="11307763" y="7627938"/>
            <a:ext cx="854075" cy="438150"/>
          </a:xfrm>
        </p:spPr>
        <p:txBody>
          <a:bodyPr/>
          <a:lstStyle>
            <a:lvl1pPr>
              <a:defRPr/>
            </a:lvl1pPr>
          </a:lstStyle>
          <a:p>
            <a:fld id="{029CE6BA-C52E-BD43-AD96-CEF6230AD210}" type="slidenum">
              <a:rPr lang="en-US" altLang="en-US"/>
              <a:pPr/>
              <a:t>‹#›</a:t>
            </a:fld>
            <a:endParaRPr lang="en-US" altLang="en-US"/>
          </a:p>
        </p:txBody>
      </p:sp>
    </p:spTree>
    <p:extLst>
      <p:ext uri="{BB962C8B-B14F-4D97-AF65-F5344CB8AC3E}">
        <p14:creationId xmlns:p14="http://schemas.microsoft.com/office/powerpoint/2010/main" val="3554122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B92F7BA1-7399-927E-52FC-80917CA5909E}"/>
              </a:ext>
            </a:extLst>
          </p:cNvPr>
          <p:cNvSpPr>
            <a:spLocks noGrp="1"/>
          </p:cNvSpPr>
          <p:nvPr>
            <p:ph type="dt" sz="half" idx="10"/>
          </p:nvPr>
        </p:nvSpPr>
        <p:spPr/>
        <p:txBody>
          <a:bodyPr/>
          <a:lstStyle>
            <a:lvl1pPr>
              <a:defRPr/>
            </a:lvl1pPr>
          </a:lstStyle>
          <a:p>
            <a:pPr>
              <a:defRPr/>
            </a:pPr>
            <a:fld id="{BCBC5025-89CA-6548-AF99-0D2D5AE5AF5D}" type="datetime1">
              <a:rPr lang="en-US"/>
              <a:pPr>
                <a:defRPr/>
              </a:pPr>
              <a:t>11/6/2025</a:t>
            </a:fld>
            <a:endParaRPr lang="en-US"/>
          </a:p>
        </p:txBody>
      </p:sp>
      <p:sp>
        <p:nvSpPr>
          <p:cNvPr id="5" name="Footer Placeholder 21">
            <a:extLst>
              <a:ext uri="{FF2B5EF4-FFF2-40B4-BE49-F238E27FC236}">
                <a16:creationId xmlns:a16="http://schemas.microsoft.com/office/drawing/2014/main" id="{8C8BCDE6-6336-D1B5-09E1-FA96E63ADA7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174C9377-7797-5BB1-AA8D-3DD600DBCB6B}"/>
              </a:ext>
            </a:extLst>
          </p:cNvPr>
          <p:cNvSpPr>
            <a:spLocks noGrp="1"/>
          </p:cNvSpPr>
          <p:nvPr>
            <p:ph type="sldNum" sz="quarter" idx="12"/>
          </p:nvPr>
        </p:nvSpPr>
        <p:spPr/>
        <p:txBody>
          <a:bodyPr/>
          <a:lstStyle>
            <a:lvl1pPr>
              <a:defRPr/>
            </a:lvl1pPr>
          </a:lstStyle>
          <a:p>
            <a:fld id="{AC89F118-D473-8D44-B691-54B010161B8C}" type="slidenum">
              <a:rPr lang="en-US" altLang="en-US"/>
              <a:pPr/>
              <a:t>‹#›</a:t>
            </a:fld>
            <a:endParaRPr lang="en-US" altLang="en-US"/>
          </a:p>
        </p:txBody>
      </p:sp>
    </p:spTree>
    <p:extLst>
      <p:ext uri="{BB962C8B-B14F-4D97-AF65-F5344CB8AC3E}">
        <p14:creationId xmlns:p14="http://schemas.microsoft.com/office/powerpoint/2010/main" val="775461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1097282"/>
            <a:ext cx="2880360" cy="625411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1097282"/>
            <a:ext cx="8427720" cy="625411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0F488E59-C645-4804-1388-5E4C3D4D7944}"/>
              </a:ext>
            </a:extLst>
          </p:cNvPr>
          <p:cNvSpPr>
            <a:spLocks noGrp="1"/>
          </p:cNvSpPr>
          <p:nvPr>
            <p:ph type="dt" sz="half" idx="10"/>
          </p:nvPr>
        </p:nvSpPr>
        <p:spPr/>
        <p:txBody>
          <a:bodyPr/>
          <a:lstStyle>
            <a:lvl1pPr>
              <a:defRPr/>
            </a:lvl1pPr>
          </a:lstStyle>
          <a:p>
            <a:pPr>
              <a:defRPr/>
            </a:pPr>
            <a:fld id="{60571EE4-FC04-9B4F-8B55-22BC6BB79B25}" type="datetime1">
              <a:rPr lang="en-US"/>
              <a:pPr>
                <a:defRPr/>
              </a:pPr>
              <a:t>11/6/2025</a:t>
            </a:fld>
            <a:endParaRPr lang="en-US"/>
          </a:p>
        </p:txBody>
      </p:sp>
      <p:sp>
        <p:nvSpPr>
          <p:cNvPr id="5" name="Footer Placeholder 21">
            <a:extLst>
              <a:ext uri="{FF2B5EF4-FFF2-40B4-BE49-F238E27FC236}">
                <a16:creationId xmlns:a16="http://schemas.microsoft.com/office/drawing/2014/main" id="{D2204C1E-E337-20D6-4031-27EFF84E04E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43BB53AA-5170-DB2B-6173-1257C3F40F89}"/>
              </a:ext>
            </a:extLst>
          </p:cNvPr>
          <p:cNvSpPr>
            <a:spLocks noGrp="1"/>
          </p:cNvSpPr>
          <p:nvPr>
            <p:ph type="sldNum" sz="quarter" idx="12"/>
          </p:nvPr>
        </p:nvSpPr>
        <p:spPr/>
        <p:txBody>
          <a:bodyPr/>
          <a:lstStyle>
            <a:lvl1pPr>
              <a:defRPr/>
            </a:lvl1pPr>
          </a:lstStyle>
          <a:p>
            <a:fld id="{BA62D1A8-A274-F14D-986D-D20788E4C11A}" type="slidenum">
              <a:rPr lang="en-US" altLang="en-US"/>
              <a:pPr/>
              <a:t>‹#›</a:t>
            </a:fld>
            <a:endParaRPr lang="en-US" altLang="en-US"/>
          </a:p>
        </p:txBody>
      </p:sp>
    </p:spTree>
    <p:extLst>
      <p:ext uri="{BB962C8B-B14F-4D97-AF65-F5344CB8AC3E}">
        <p14:creationId xmlns:p14="http://schemas.microsoft.com/office/powerpoint/2010/main" val="522309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FD177E11-9226-3F86-CF95-C0690F64DC20}"/>
              </a:ext>
            </a:extLst>
          </p:cNvPr>
          <p:cNvSpPr>
            <a:spLocks/>
          </p:cNvSpPr>
          <p:nvPr/>
        </p:nvSpPr>
        <p:spPr bwMode="auto">
          <a:xfrm>
            <a:off x="-12700" y="-7938"/>
            <a:ext cx="12827000" cy="1249363"/>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120170" tIns="60085" rIns="120170" bIns="60085"/>
          <a:lstStyle/>
          <a:p>
            <a:pPr eaLnBrk="1" hangingPunct="1">
              <a:defRPr/>
            </a:pPr>
            <a:endParaRPr lang="en-US">
              <a:latin typeface="+mn-lt"/>
              <a:cs typeface="+mn-cs"/>
            </a:endParaRPr>
          </a:p>
        </p:txBody>
      </p:sp>
      <p:sp>
        <p:nvSpPr>
          <p:cNvPr id="8" name="Freeform 7">
            <a:extLst>
              <a:ext uri="{FF2B5EF4-FFF2-40B4-BE49-F238E27FC236}">
                <a16:creationId xmlns:a16="http://schemas.microsoft.com/office/drawing/2014/main" id="{FAC35FC8-67EF-6030-3F01-8D98E1F776F6}"/>
              </a:ext>
            </a:extLst>
          </p:cNvPr>
          <p:cNvSpPr>
            <a:spLocks/>
          </p:cNvSpPr>
          <p:nvPr/>
        </p:nvSpPr>
        <p:spPr bwMode="auto">
          <a:xfrm>
            <a:off x="6134100" y="-7938"/>
            <a:ext cx="6667500" cy="765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120170" tIns="60085" rIns="120170" bIns="60085"/>
          <a:lstStyle/>
          <a:p>
            <a:pPr eaLnBrk="1" hangingPunct="1">
              <a:defRPr/>
            </a:pPr>
            <a:endParaRPr lang="en-US">
              <a:latin typeface="+mn-lt"/>
              <a:cs typeface="+mn-cs"/>
            </a:endParaRPr>
          </a:p>
        </p:txBody>
      </p:sp>
      <p:sp>
        <p:nvSpPr>
          <p:cNvPr id="1028" name="Title Placeholder 8">
            <a:extLst>
              <a:ext uri="{FF2B5EF4-FFF2-40B4-BE49-F238E27FC236}">
                <a16:creationId xmlns:a16="http://schemas.microsoft.com/office/drawing/2014/main" id="{DAF1D47B-10A1-5348-1251-0CD62623702D}"/>
              </a:ext>
            </a:extLst>
          </p:cNvPr>
          <p:cNvSpPr>
            <a:spLocks noGrp="1"/>
          </p:cNvSpPr>
          <p:nvPr>
            <p:ph type="title"/>
          </p:nvPr>
        </p:nvSpPr>
        <p:spPr bwMode="auto">
          <a:xfrm>
            <a:off x="639763" y="844550"/>
            <a:ext cx="1152207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60085"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a16="http://schemas.microsoft.com/office/drawing/2014/main" id="{B9151DE2-8735-F767-B139-6566E57A5CB6}"/>
              </a:ext>
            </a:extLst>
          </p:cNvPr>
          <p:cNvSpPr>
            <a:spLocks noGrp="1"/>
          </p:cNvSpPr>
          <p:nvPr>
            <p:ph type="body" idx="1"/>
          </p:nvPr>
        </p:nvSpPr>
        <p:spPr bwMode="auto">
          <a:xfrm>
            <a:off x="639763" y="2322513"/>
            <a:ext cx="11522075"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0170" tIns="60085" rIns="120170" bIns="60085"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a16="http://schemas.microsoft.com/office/drawing/2014/main" id="{3F7BB7D2-FC12-4285-46F6-417AB1EE91E4}"/>
              </a:ext>
            </a:extLst>
          </p:cNvPr>
          <p:cNvSpPr>
            <a:spLocks noGrp="1"/>
          </p:cNvSpPr>
          <p:nvPr>
            <p:ph type="dt" sz="half" idx="2"/>
          </p:nvPr>
        </p:nvSpPr>
        <p:spPr>
          <a:xfrm>
            <a:off x="639763" y="7627938"/>
            <a:ext cx="2987675" cy="438150"/>
          </a:xfrm>
          <a:prstGeom prst="rect">
            <a:avLst/>
          </a:prstGeom>
        </p:spPr>
        <p:txBody>
          <a:bodyPr vert="horz" lIns="0" tIns="0" rIns="0" bIns="0" anchor="b"/>
          <a:lstStyle>
            <a:lvl1pPr algn="l" eaLnBrk="1" latinLnBrk="0" hangingPunct="1">
              <a:defRPr kumimoji="0" sz="1600">
                <a:solidFill>
                  <a:schemeClr val="tx2">
                    <a:shade val="90000"/>
                  </a:schemeClr>
                </a:solidFill>
              </a:defRPr>
            </a:lvl1pPr>
          </a:lstStyle>
          <a:p>
            <a:pPr>
              <a:defRPr/>
            </a:pPr>
            <a:fld id="{484FE1D4-937A-1448-AAD1-FDEBFBB7F906}" type="datetime1">
              <a:rPr lang="en-US"/>
              <a:pPr>
                <a:defRPr/>
              </a:pPr>
              <a:t>11/6/2025</a:t>
            </a:fld>
            <a:endParaRPr lang="en-US"/>
          </a:p>
        </p:txBody>
      </p:sp>
      <p:sp>
        <p:nvSpPr>
          <p:cNvPr id="22" name="Footer Placeholder 21">
            <a:extLst>
              <a:ext uri="{FF2B5EF4-FFF2-40B4-BE49-F238E27FC236}">
                <a16:creationId xmlns:a16="http://schemas.microsoft.com/office/drawing/2014/main" id="{65187E9A-21E2-2662-180D-0ACBAFA63500}"/>
              </a:ext>
            </a:extLst>
          </p:cNvPr>
          <p:cNvSpPr>
            <a:spLocks noGrp="1"/>
          </p:cNvSpPr>
          <p:nvPr>
            <p:ph type="ftr" sz="quarter" idx="3"/>
          </p:nvPr>
        </p:nvSpPr>
        <p:spPr>
          <a:xfrm>
            <a:off x="3733800" y="7627938"/>
            <a:ext cx="4694238" cy="438150"/>
          </a:xfrm>
          <a:prstGeom prst="rect">
            <a:avLst/>
          </a:prstGeom>
        </p:spPr>
        <p:txBody>
          <a:bodyPr vert="horz" lIns="0" tIns="0" rIns="0" bIns="0" anchor="b"/>
          <a:lstStyle>
            <a:lvl1pPr algn="l" eaLnBrk="1" latinLnBrk="0" hangingPunct="1">
              <a:defRPr kumimoji="0" sz="1600">
                <a:solidFill>
                  <a:schemeClr val="tx2">
                    <a:shade val="90000"/>
                  </a:schemeClr>
                </a:solidFill>
              </a:defRPr>
            </a:lvl1pPr>
          </a:lstStyle>
          <a:p>
            <a:pPr>
              <a:defRPr/>
            </a:pPr>
            <a:endParaRPr lang="en-US"/>
          </a:p>
        </p:txBody>
      </p:sp>
      <p:sp>
        <p:nvSpPr>
          <p:cNvPr id="18" name="Slide Number Placeholder 17">
            <a:extLst>
              <a:ext uri="{FF2B5EF4-FFF2-40B4-BE49-F238E27FC236}">
                <a16:creationId xmlns:a16="http://schemas.microsoft.com/office/drawing/2014/main" id="{91CFE52E-D085-B247-3EDB-E68F9A6B3BEB}"/>
              </a:ext>
            </a:extLst>
          </p:cNvPr>
          <p:cNvSpPr>
            <a:spLocks noGrp="1"/>
          </p:cNvSpPr>
          <p:nvPr>
            <p:ph type="sldNum" sz="quarter" idx="4"/>
          </p:nvPr>
        </p:nvSpPr>
        <p:spPr>
          <a:xfrm>
            <a:off x="11095038" y="7627938"/>
            <a:ext cx="1066800" cy="438150"/>
          </a:xfrm>
          <a:prstGeom prst="rect">
            <a:avLst/>
          </a:prstGeom>
        </p:spPr>
        <p:txBody>
          <a:bodyPr vert="horz" wrap="square" lIns="0" tIns="0" rIns="0" bIns="0" numCol="1" anchor="b" anchorCtr="0" compatLnSpc="1">
            <a:prstTxWarp prst="textNoShape">
              <a:avLst/>
            </a:prstTxWarp>
          </a:bodyPr>
          <a:lstStyle>
            <a:lvl1pPr algn="r" eaLnBrk="1" hangingPunct="1">
              <a:defRPr sz="1600">
                <a:solidFill>
                  <a:srgbClr val="045C75"/>
                </a:solidFill>
              </a:defRPr>
            </a:lvl1pPr>
          </a:lstStyle>
          <a:p>
            <a:fld id="{CF97748C-E311-A140-8CA0-270F7FF1AEEA}" type="slidenum">
              <a:rPr lang="en-US" altLang="en-US"/>
              <a:pPr/>
              <a:t>‹#›</a:t>
            </a:fld>
            <a:endParaRPr lang="en-US" altLang="en-US"/>
          </a:p>
        </p:txBody>
      </p:sp>
      <p:grpSp>
        <p:nvGrpSpPr>
          <p:cNvPr id="1033" name="Group 1">
            <a:extLst>
              <a:ext uri="{FF2B5EF4-FFF2-40B4-BE49-F238E27FC236}">
                <a16:creationId xmlns:a16="http://schemas.microsoft.com/office/drawing/2014/main" id="{2115D49D-80B5-FBB2-EFEB-52A93571F7D8}"/>
              </a:ext>
            </a:extLst>
          </p:cNvPr>
          <p:cNvGrpSpPr>
            <a:grpSpLocks/>
          </p:cNvGrpSpPr>
          <p:nvPr/>
        </p:nvGrpSpPr>
        <p:grpSpPr bwMode="auto">
          <a:xfrm>
            <a:off x="-26988" y="242888"/>
            <a:ext cx="12852401" cy="779462"/>
            <a:chOff x="-19045" y="216550"/>
            <a:chExt cx="9180548" cy="649224"/>
          </a:xfrm>
        </p:grpSpPr>
        <p:sp>
          <p:nvSpPr>
            <p:cNvPr id="12" name="Freeform 11">
              <a:extLst>
                <a:ext uri="{FF2B5EF4-FFF2-40B4-BE49-F238E27FC236}">
                  <a16:creationId xmlns:a16="http://schemas.microsoft.com/office/drawing/2014/main" id="{7CCCD2FC-C7E0-64C0-9890-0A43F103C31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a:extLst>
                <a:ext uri="{FF2B5EF4-FFF2-40B4-BE49-F238E27FC236}">
                  <a16:creationId xmlns:a16="http://schemas.microsoft.com/office/drawing/2014/main" id="{A132E190-E050-FF3C-7039-1D08C8635A0E}"/>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4097" r:id="rId1"/>
    <p:sldLayoutId id="2147484089" r:id="rId2"/>
    <p:sldLayoutId id="2147484098" r:id="rId3"/>
    <p:sldLayoutId id="2147484090" r:id="rId4"/>
    <p:sldLayoutId id="2147484091" r:id="rId5"/>
    <p:sldLayoutId id="2147484092" r:id="rId6"/>
    <p:sldLayoutId id="2147484093" r:id="rId7"/>
    <p:sldLayoutId id="2147484094" r:id="rId8"/>
    <p:sldLayoutId id="2147484099" r:id="rId9"/>
    <p:sldLayoutId id="2147484095" r:id="rId10"/>
    <p:sldLayoutId id="2147484096" r:id="rId11"/>
  </p:sldLayoutIdLst>
  <p:hf hdr="0" ftr="0" dt="0"/>
  <p:txStyles>
    <p:titleStyle>
      <a:lvl1pPr algn="l" rtl="0" eaLnBrk="0" fontAlgn="base" hangingPunct="0">
        <a:spcBef>
          <a:spcPct val="0"/>
        </a:spcBef>
        <a:spcAft>
          <a:spcPct val="0"/>
        </a:spcAft>
        <a:defRPr sz="6600" kern="1200">
          <a:solidFill>
            <a:schemeClr val="tx2"/>
          </a:solidFill>
          <a:latin typeface="+mj-lt"/>
          <a:ea typeface="+mj-ea"/>
          <a:cs typeface="+mj-cs"/>
        </a:defRPr>
      </a:lvl1pPr>
      <a:lvl2pPr algn="l" rtl="0" eaLnBrk="0" fontAlgn="base" hangingPunct="0">
        <a:spcBef>
          <a:spcPct val="0"/>
        </a:spcBef>
        <a:spcAft>
          <a:spcPct val="0"/>
        </a:spcAft>
        <a:defRPr sz="6600">
          <a:solidFill>
            <a:schemeClr val="tx2"/>
          </a:solidFill>
          <a:latin typeface="Calibri" pitchFamily="34" charset="0"/>
        </a:defRPr>
      </a:lvl2pPr>
      <a:lvl3pPr algn="l" rtl="0" eaLnBrk="0" fontAlgn="base" hangingPunct="0">
        <a:spcBef>
          <a:spcPct val="0"/>
        </a:spcBef>
        <a:spcAft>
          <a:spcPct val="0"/>
        </a:spcAft>
        <a:defRPr sz="6600">
          <a:solidFill>
            <a:schemeClr val="tx2"/>
          </a:solidFill>
          <a:latin typeface="Calibri" pitchFamily="34" charset="0"/>
        </a:defRPr>
      </a:lvl3pPr>
      <a:lvl4pPr algn="l" rtl="0" eaLnBrk="0" fontAlgn="base" hangingPunct="0">
        <a:spcBef>
          <a:spcPct val="0"/>
        </a:spcBef>
        <a:spcAft>
          <a:spcPct val="0"/>
        </a:spcAft>
        <a:defRPr sz="6600">
          <a:solidFill>
            <a:schemeClr val="tx2"/>
          </a:solidFill>
          <a:latin typeface="Calibri" pitchFamily="34" charset="0"/>
        </a:defRPr>
      </a:lvl4pPr>
      <a:lvl5pPr algn="l" rtl="0" eaLnBrk="0" fontAlgn="base" hangingPunct="0">
        <a:spcBef>
          <a:spcPct val="0"/>
        </a:spcBef>
        <a:spcAft>
          <a:spcPct val="0"/>
        </a:spcAft>
        <a:defRPr sz="6600">
          <a:solidFill>
            <a:schemeClr val="tx2"/>
          </a:solidFill>
          <a:latin typeface="Calibri" pitchFamily="34" charset="0"/>
        </a:defRPr>
      </a:lvl5pPr>
      <a:lvl6pPr marL="457200" algn="l" rtl="0" fontAlgn="base">
        <a:spcBef>
          <a:spcPct val="0"/>
        </a:spcBef>
        <a:spcAft>
          <a:spcPct val="0"/>
        </a:spcAft>
        <a:defRPr sz="6600">
          <a:solidFill>
            <a:schemeClr val="tx2"/>
          </a:solidFill>
          <a:latin typeface="Calibri" pitchFamily="34" charset="0"/>
        </a:defRPr>
      </a:lvl6pPr>
      <a:lvl7pPr marL="914400" algn="l" rtl="0" fontAlgn="base">
        <a:spcBef>
          <a:spcPct val="0"/>
        </a:spcBef>
        <a:spcAft>
          <a:spcPct val="0"/>
        </a:spcAft>
        <a:defRPr sz="6600">
          <a:solidFill>
            <a:schemeClr val="tx2"/>
          </a:solidFill>
          <a:latin typeface="Calibri" pitchFamily="34" charset="0"/>
        </a:defRPr>
      </a:lvl7pPr>
      <a:lvl8pPr marL="1371600" algn="l" rtl="0" fontAlgn="base">
        <a:spcBef>
          <a:spcPct val="0"/>
        </a:spcBef>
        <a:spcAft>
          <a:spcPct val="0"/>
        </a:spcAft>
        <a:defRPr sz="6600">
          <a:solidFill>
            <a:schemeClr val="tx2"/>
          </a:solidFill>
          <a:latin typeface="Calibri" pitchFamily="34" charset="0"/>
        </a:defRPr>
      </a:lvl8pPr>
      <a:lvl9pPr marL="1828800" algn="l" rtl="0" fontAlgn="base">
        <a:spcBef>
          <a:spcPct val="0"/>
        </a:spcBef>
        <a:spcAft>
          <a:spcPct val="0"/>
        </a:spcAft>
        <a:defRPr sz="6600">
          <a:solidFill>
            <a:schemeClr val="tx2"/>
          </a:solidFill>
          <a:latin typeface="Calibri" pitchFamily="34" charset="0"/>
        </a:defRPr>
      </a:lvl9pPr>
    </p:titleStyle>
    <p:bodyStyle>
      <a:lvl1pPr marL="360363" indent="-360363" algn="l" rtl="0" eaLnBrk="0" fontAlgn="base" hangingPunct="0">
        <a:spcBef>
          <a:spcPct val="20000"/>
        </a:spcBef>
        <a:spcAft>
          <a:spcPct val="0"/>
        </a:spcAft>
        <a:buClr>
          <a:srgbClr val="0BD0D9"/>
        </a:buClr>
        <a:buSzPct val="95000"/>
        <a:buFont typeface="Wingdings 2" pitchFamily="2" charset="2"/>
        <a:buChar char=""/>
        <a:defRPr sz="3400" kern="1200">
          <a:solidFill>
            <a:schemeClr val="tx1"/>
          </a:solidFill>
          <a:latin typeface="+mn-lt"/>
          <a:ea typeface="+mn-ea"/>
          <a:cs typeface="+mn-cs"/>
        </a:defRPr>
      </a:lvl1pPr>
      <a:lvl2pPr marL="839788" indent="-323850" algn="l" rtl="0" eaLnBrk="0" fontAlgn="base" hangingPunct="0">
        <a:spcBef>
          <a:spcPct val="20000"/>
        </a:spcBef>
        <a:spcAft>
          <a:spcPct val="0"/>
        </a:spcAft>
        <a:buClr>
          <a:schemeClr val="accent1"/>
        </a:buClr>
        <a:buSzPct val="85000"/>
        <a:buFont typeface="Wingdings 2" pitchFamily="2" charset="2"/>
        <a:buChar char=""/>
        <a:defRPr sz="3200" kern="1200">
          <a:solidFill>
            <a:schemeClr val="tx1"/>
          </a:solidFill>
          <a:latin typeface="+mn-lt"/>
          <a:ea typeface="+mn-ea"/>
          <a:cs typeface="+mn-cs"/>
        </a:defRPr>
      </a:lvl2pPr>
      <a:lvl3pPr marL="1200150" indent="-323850" algn="l" rtl="0" eaLnBrk="0" fontAlgn="base" hangingPunct="0">
        <a:spcBef>
          <a:spcPct val="20000"/>
        </a:spcBef>
        <a:spcAft>
          <a:spcPct val="0"/>
        </a:spcAft>
        <a:buClr>
          <a:schemeClr val="accent2"/>
        </a:buClr>
        <a:buSzPct val="70000"/>
        <a:buFont typeface="Wingdings 2" pitchFamily="2" charset="2"/>
        <a:buChar char=""/>
        <a:defRPr sz="2800" kern="1200">
          <a:solidFill>
            <a:schemeClr val="tx1"/>
          </a:solidFill>
          <a:latin typeface="+mn-lt"/>
          <a:ea typeface="+mn-ea"/>
          <a:cs typeface="+mn-cs"/>
        </a:defRPr>
      </a:lvl3pPr>
      <a:lvl4pPr marL="1562100" indent="-276225" algn="l" rtl="0" eaLnBrk="0" fontAlgn="base" hangingPunct="0">
        <a:spcBef>
          <a:spcPct val="20000"/>
        </a:spcBef>
        <a:spcAft>
          <a:spcPct val="0"/>
        </a:spcAft>
        <a:buClr>
          <a:srgbClr val="0BD0D9"/>
        </a:buClr>
        <a:buSzPct val="65000"/>
        <a:buFont typeface="Wingdings 2" pitchFamily="2" charset="2"/>
        <a:buChar char=""/>
        <a:defRPr sz="2600" kern="1200">
          <a:solidFill>
            <a:schemeClr val="tx1"/>
          </a:solidFill>
          <a:latin typeface="+mn-lt"/>
          <a:ea typeface="+mn-ea"/>
          <a:cs typeface="+mn-cs"/>
        </a:defRPr>
      </a:lvl4pPr>
      <a:lvl5pPr marL="1922463" indent="-276225" algn="l" rtl="0" eaLnBrk="0" fontAlgn="base" hangingPunct="0">
        <a:spcBef>
          <a:spcPct val="20000"/>
        </a:spcBef>
        <a:spcAft>
          <a:spcPct val="0"/>
        </a:spcAft>
        <a:buClr>
          <a:srgbClr val="10CF9B"/>
        </a:buClr>
        <a:buSzPct val="65000"/>
        <a:buFont typeface="Wingdings 2" pitchFamily="2" charset="2"/>
        <a:buChar char=""/>
        <a:defRPr sz="2600" kern="1200">
          <a:solidFill>
            <a:schemeClr val="tx1"/>
          </a:solidFill>
          <a:latin typeface="+mn-lt"/>
          <a:ea typeface="+mn-ea"/>
          <a:cs typeface="+mn-cs"/>
        </a:defRPr>
      </a:lvl5pPr>
      <a:lvl6pPr marL="2283239" indent="-276392" algn="l" rtl="0" eaLnBrk="1" latinLnBrk="0" hangingPunct="1">
        <a:spcBef>
          <a:spcPct val="20000"/>
        </a:spcBef>
        <a:buClr>
          <a:schemeClr val="accent5"/>
        </a:buClr>
        <a:buSzPct val="80000"/>
        <a:buFont typeface="Wingdings 2"/>
        <a:buChar char=""/>
        <a:defRPr kumimoji="0" sz="2400" kern="1200">
          <a:solidFill>
            <a:schemeClr val="tx1"/>
          </a:solidFill>
          <a:latin typeface="+mn-lt"/>
          <a:ea typeface="+mn-ea"/>
          <a:cs typeface="+mn-cs"/>
        </a:defRPr>
      </a:lvl6pPr>
      <a:lvl7pPr marL="2523579" indent="-240341" algn="l" rtl="0" eaLnBrk="1" latinLnBrk="0" hangingPunct="1">
        <a:spcBef>
          <a:spcPct val="20000"/>
        </a:spcBef>
        <a:buClr>
          <a:schemeClr val="accent6"/>
        </a:buClr>
        <a:buSzPct val="80000"/>
        <a:buFont typeface="Wingdings 2"/>
        <a:buChar char=""/>
        <a:defRPr kumimoji="0" sz="2100" kern="1200" baseline="0">
          <a:solidFill>
            <a:schemeClr val="tx1"/>
          </a:solidFill>
          <a:latin typeface="+mn-lt"/>
          <a:ea typeface="+mn-ea"/>
          <a:cs typeface="+mn-cs"/>
        </a:defRPr>
      </a:lvl7pPr>
      <a:lvl8pPr marL="2884091" indent="-240341" algn="l" rtl="0" eaLnBrk="1" latinLnBrk="0" hangingPunct="1">
        <a:spcBef>
          <a:spcPct val="20000"/>
        </a:spcBef>
        <a:buClr>
          <a:schemeClr val="tx2"/>
        </a:buClr>
        <a:buChar char="•"/>
        <a:defRPr kumimoji="0" sz="2100" kern="1200">
          <a:solidFill>
            <a:schemeClr val="tx1"/>
          </a:solidFill>
          <a:latin typeface="+mn-lt"/>
          <a:ea typeface="+mn-ea"/>
          <a:cs typeface="+mn-cs"/>
        </a:defRPr>
      </a:lvl8pPr>
      <a:lvl9pPr marL="3244602" indent="-240341" algn="l" rtl="0" eaLnBrk="1" latinLnBrk="0" hangingPunct="1">
        <a:spcBef>
          <a:spcPct val="20000"/>
        </a:spcBef>
        <a:buClr>
          <a:schemeClr val="tx2"/>
        </a:buClr>
        <a:buFontTx/>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600852" algn="l" rtl="0" eaLnBrk="1" latinLnBrk="0" hangingPunct="1">
        <a:defRPr kumimoji="0" kern="1200">
          <a:solidFill>
            <a:schemeClr val="tx1"/>
          </a:solidFill>
          <a:latin typeface="+mn-lt"/>
          <a:ea typeface="+mn-ea"/>
          <a:cs typeface="+mn-cs"/>
        </a:defRPr>
      </a:lvl2pPr>
      <a:lvl3pPr marL="1201704" algn="l" rtl="0" eaLnBrk="1" latinLnBrk="0" hangingPunct="1">
        <a:defRPr kumimoji="0" kern="1200">
          <a:solidFill>
            <a:schemeClr val="tx1"/>
          </a:solidFill>
          <a:latin typeface="+mn-lt"/>
          <a:ea typeface="+mn-ea"/>
          <a:cs typeface="+mn-cs"/>
        </a:defRPr>
      </a:lvl3pPr>
      <a:lvl4pPr marL="1802557" algn="l" rtl="0" eaLnBrk="1" latinLnBrk="0" hangingPunct="1">
        <a:defRPr kumimoji="0" kern="1200">
          <a:solidFill>
            <a:schemeClr val="tx1"/>
          </a:solidFill>
          <a:latin typeface="+mn-lt"/>
          <a:ea typeface="+mn-ea"/>
          <a:cs typeface="+mn-cs"/>
        </a:defRPr>
      </a:lvl4pPr>
      <a:lvl5pPr marL="2403409" algn="l" rtl="0" eaLnBrk="1" latinLnBrk="0" hangingPunct="1">
        <a:defRPr kumimoji="0" kern="1200">
          <a:solidFill>
            <a:schemeClr val="tx1"/>
          </a:solidFill>
          <a:latin typeface="+mn-lt"/>
          <a:ea typeface="+mn-ea"/>
          <a:cs typeface="+mn-cs"/>
        </a:defRPr>
      </a:lvl5pPr>
      <a:lvl6pPr marL="3004261" algn="l" rtl="0" eaLnBrk="1" latinLnBrk="0" hangingPunct="1">
        <a:defRPr kumimoji="0" kern="1200">
          <a:solidFill>
            <a:schemeClr val="tx1"/>
          </a:solidFill>
          <a:latin typeface="+mn-lt"/>
          <a:ea typeface="+mn-ea"/>
          <a:cs typeface="+mn-cs"/>
        </a:defRPr>
      </a:lvl6pPr>
      <a:lvl7pPr marL="3605113" algn="l" rtl="0" eaLnBrk="1" latinLnBrk="0" hangingPunct="1">
        <a:defRPr kumimoji="0" kern="1200">
          <a:solidFill>
            <a:schemeClr val="tx1"/>
          </a:solidFill>
          <a:latin typeface="+mn-lt"/>
          <a:ea typeface="+mn-ea"/>
          <a:cs typeface="+mn-cs"/>
        </a:defRPr>
      </a:lvl7pPr>
      <a:lvl8pPr marL="4205966" algn="l" rtl="0" eaLnBrk="1" latinLnBrk="0" hangingPunct="1">
        <a:defRPr kumimoji="0" kern="1200">
          <a:solidFill>
            <a:schemeClr val="tx1"/>
          </a:solidFill>
          <a:latin typeface="+mn-lt"/>
          <a:ea typeface="+mn-ea"/>
          <a:cs typeface="+mn-cs"/>
        </a:defRPr>
      </a:lvl8pPr>
      <a:lvl9pPr marL="4806818"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F7F776B0-62C3-F138-67E0-BA7972D92A9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95F1895-D6DD-0548-ACF8-93514EB0C90F}" type="slidenum">
              <a:rPr lang="en-US" altLang="en-US">
                <a:solidFill>
                  <a:srgbClr val="D1EAEE"/>
                </a:solidFill>
              </a:rPr>
              <a:pPr/>
              <a:t>1</a:t>
            </a:fld>
            <a:endParaRPr lang="en-US" altLang="en-US">
              <a:solidFill>
                <a:srgbClr val="D1EAEE"/>
              </a:solidFill>
            </a:endParaRPr>
          </a:p>
        </p:txBody>
      </p:sp>
      <p:pic>
        <p:nvPicPr>
          <p:cNvPr id="7172" name="Picture 1">
            <a:extLst>
              <a:ext uri="{FF2B5EF4-FFF2-40B4-BE49-F238E27FC236}">
                <a16:creationId xmlns:a16="http://schemas.microsoft.com/office/drawing/2014/main" id="{A9C2C302-C159-B572-36BD-CCB836225FC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901" y="131763"/>
            <a:ext cx="1611780"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TextBox 4">
            <a:extLst>
              <a:ext uri="{FF2B5EF4-FFF2-40B4-BE49-F238E27FC236}">
                <a16:creationId xmlns:a16="http://schemas.microsoft.com/office/drawing/2014/main" id="{3C53A188-34EA-B9D2-6A75-ED62D7AF46D2}"/>
              </a:ext>
            </a:extLst>
          </p:cNvPr>
          <p:cNvSpPr txBox="1">
            <a:spLocks noChangeArrowheads="1"/>
          </p:cNvSpPr>
          <p:nvPr/>
        </p:nvSpPr>
        <p:spPr bwMode="auto">
          <a:xfrm>
            <a:off x="25400" y="2449599"/>
            <a:ext cx="12801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en-US" sz="3600" dirty="0">
                <a:solidFill>
                  <a:schemeClr val="bg1"/>
                </a:solidFill>
                <a:latin typeface="Arial Black" panose="020B0604020202020204" pitchFamily="34" charset="0"/>
              </a:rPr>
              <a:t>Department of Computer Science &amp;</a:t>
            </a:r>
            <a:r>
              <a:rPr lang="en-US" altLang="en-US" sz="3600" dirty="0">
                <a:solidFill>
                  <a:srgbClr val="FF0000"/>
                </a:solidFill>
                <a:latin typeface="Arial Black" panose="020B0604020202020204" pitchFamily="34" charset="0"/>
              </a:rPr>
              <a:t> </a:t>
            </a:r>
            <a:r>
              <a:rPr lang="en-US" altLang="en-US" sz="3600" dirty="0">
                <a:solidFill>
                  <a:schemeClr val="bg1"/>
                </a:solidFill>
                <a:latin typeface="Arial Black" panose="020B0604020202020204" pitchFamily="34" charset="0"/>
              </a:rPr>
              <a:t>Engineering</a:t>
            </a:r>
          </a:p>
        </p:txBody>
      </p:sp>
      <p:pic>
        <p:nvPicPr>
          <p:cNvPr id="3" name="Picture 2" descr="A close-up of a logo&#10;&#10;Description automatically generated">
            <a:extLst>
              <a:ext uri="{FF2B5EF4-FFF2-40B4-BE49-F238E27FC236}">
                <a16:creationId xmlns:a16="http://schemas.microsoft.com/office/drawing/2014/main" id="{B20BE477-7370-599C-FBBC-4D044D7161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0048" y="604830"/>
            <a:ext cx="2449980" cy="937986"/>
          </a:xfrm>
          <a:prstGeom prst="rect">
            <a:avLst/>
          </a:prstGeom>
        </p:spPr>
      </p:pic>
      <p:pic>
        <p:nvPicPr>
          <p:cNvPr id="5" name="Picture 4" descr="A close up of a sign&#10;&#10;Description automatically generated">
            <a:extLst>
              <a:ext uri="{FF2B5EF4-FFF2-40B4-BE49-F238E27FC236}">
                <a16:creationId xmlns:a16="http://schemas.microsoft.com/office/drawing/2014/main" id="{056F1E06-E83A-C857-505A-3AF17E8590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3600" y="509815"/>
            <a:ext cx="7696200" cy="1318985"/>
          </a:xfrm>
          <a:prstGeom prst="rect">
            <a:avLst/>
          </a:prstGeom>
        </p:spPr>
      </p:pic>
      <p:sp>
        <p:nvSpPr>
          <p:cNvPr id="7" name="TextBox 6">
            <a:extLst>
              <a:ext uri="{FF2B5EF4-FFF2-40B4-BE49-F238E27FC236}">
                <a16:creationId xmlns:a16="http://schemas.microsoft.com/office/drawing/2014/main" id="{5EC04DC7-C2B1-D20F-9A06-70280DD88396}"/>
              </a:ext>
            </a:extLst>
          </p:cNvPr>
          <p:cNvSpPr txBox="1"/>
          <p:nvPr/>
        </p:nvSpPr>
        <p:spPr>
          <a:xfrm>
            <a:off x="4930126" y="152400"/>
            <a:ext cx="1847685" cy="369332"/>
          </a:xfrm>
          <a:prstGeom prst="rect">
            <a:avLst/>
          </a:prstGeom>
          <a:noFill/>
        </p:spPr>
        <p:txBody>
          <a:bodyPr wrap="none" rtlCol="0">
            <a:spAutoFit/>
          </a:bodyPr>
          <a:lstStyle/>
          <a:p>
            <a:r>
              <a:rPr lang="en-US" b="1" dirty="0">
                <a:solidFill>
                  <a:srgbClr val="002060"/>
                </a:solidFill>
              </a:rPr>
              <a:t>B.V.V Sangha’s</a:t>
            </a:r>
          </a:p>
        </p:txBody>
      </p:sp>
      <p:sp>
        <p:nvSpPr>
          <p:cNvPr id="2" name="TextBox 1">
            <a:extLst>
              <a:ext uri="{FF2B5EF4-FFF2-40B4-BE49-F238E27FC236}">
                <a16:creationId xmlns:a16="http://schemas.microsoft.com/office/drawing/2014/main" id="{F632E87E-B76C-44F9-B898-43A3FC23CEA9}"/>
              </a:ext>
            </a:extLst>
          </p:cNvPr>
          <p:cNvSpPr txBox="1"/>
          <p:nvPr/>
        </p:nvSpPr>
        <p:spPr>
          <a:xfrm>
            <a:off x="533400" y="3381914"/>
            <a:ext cx="11628438" cy="1938992"/>
          </a:xfrm>
          <a:prstGeom prst="rect">
            <a:avLst/>
          </a:prstGeom>
          <a:noFill/>
        </p:spPr>
        <p:txBody>
          <a:bodyPr wrap="square" rtlCol="0">
            <a:spAutoFit/>
          </a:bodyPr>
          <a:lstStyle/>
          <a:p>
            <a:pPr algn="ctr"/>
            <a:r>
              <a:rPr lang="en-US" sz="4400" b="1" dirty="0">
                <a:solidFill>
                  <a:schemeClr val="bg1"/>
                </a:solidFill>
                <a:latin typeface="Bahnschrift SemiBold" panose="020B0502040204020203" pitchFamily="34" charset="0"/>
              </a:rPr>
              <a:t>Mini Project Review 2</a:t>
            </a:r>
          </a:p>
          <a:p>
            <a:pPr algn="ctr"/>
            <a:r>
              <a:rPr lang="en-US" sz="4400" b="1" dirty="0">
                <a:solidFill>
                  <a:schemeClr val="bg1"/>
                </a:solidFill>
                <a:latin typeface="Bahnschrift SemiBold" panose="020B0502040204020203" pitchFamily="34" charset="0"/>
              </a:rPr>
              <a:t>On</a:t>
            </a:r>
          </a:p>
          <a:p>
            <a:pPr algn="ctr"/>
            <a:r>
              <a:rPr lang="en-US" sz="3200" b="1" dirty="0">
                <a:solidFill>
                  <a:srgbClr val="FF0000"/>
                </a:solidFill>
                <a:latin typeface="Bahnschrift SemiBold" panose="020B0502040204020203" pitchFamily="34" charset="0"/>
              </a:rPr>
              <a:t>E-learning platform-”Engineer’s desk”</a:t>
            </a:r>
          </a:p>
        </p:txBody>
      </p:sp>
      <p:sp>
        <p:nvSpPr>
          <p:cNvPr id="4" name="TextBox 3">
            <a:extLst>
              <a:ext uri="{FF2B5EF4-FFF2-40B4-BE49-F238E27FC236}">
                <a16:creationId xmlns:a16="http://schemas.microsoft.com/office/drawing/2014/main" id="{4480210D-664D-49CD-A677-B00E64DE4B29}"/>
              </a:ext>
            </a:extLst>
          </p:cNvPr>
          <p:cNvSpPr txBox="1"/>
          <p:nvPr/>
        </p:nvSpPr>
        <p:spPr>
          <a:xfrm>
            <a:off x="108846" y="5971357"/>
            <a:ext cx="4920354" cy="1569660"/>
          </a:xfrm>
          <a:prstGeom prst="rect">
            <a:avLst/>
          </a:prstGeom>
          <a:noFill/>
        </p:spPr>
        <p:txBody>
          <a:bodyPr wrap="square" rtlCol="0">
            <a:spAutoFit/>
          </a:bodyPr>
          <a:lstStyle/>
          <a:p>
            <a:r>
              <a:rPr lang="en-US" sz="2400" b="1" dirty="0">
                <a:solidFill>
                  <a:schemeClr val="bg1"/>
                </a:solidFill>
              </a:rPr>
              <a:t>Under the Guidance of</a:t>
            </a:r>
            <a:endParaRPr lang="en-US" sz="2400" dirty="0">
              <a:solidFill>
                <a:schemeClr val="bg1"/>
              </a:solidFill>
            </a:endParaRPr>
          </a:p>
          <a:p>
            <a:r>
              <a:rPr lang="en-US" sz="2400" dirty="0">
                <a:solidFill>
                  <a:schemeClr val="bg1"/>
                </a:solidFill>
              </a:rPr>
              <a:t>Dr.Sridhara S B</a:t>
            </a:r>
          </a:p>
          <a:p>
            <a:r>
              <a:rPr lang="en-US" sz="2400" dirty="0">
                <a:solidFill>
                  <a:schemeClr val="bg1"/>
                </a:solidFill>
              </a:rPr>
              <a:t>Dept. of CSE,</a:t>
            </a:r>
          </a:p>
          <a:p>
            <a:r>
              <a:rPr lang="en-US" sz="2400" dirty="0">
                <a:solidFill>
                  <a:schemeClr val="bg1"/>
                </a:solidFill>
              </a:rPr>
              <a:t>AIEMS.</a:t>
            </a:r>
          </a:p>
        </p:txBody>
      </p:sp>
      <p:sp>
        <p:nvSpPr>
          <p:cNvPr id="11" name="TextBox 10">
            <a:extLst>
              <a:ext uri="{FF2B5EF4-FFF2-40B4-BE49-F238E27FC236}">
                <a16:creationId xmlns:a16="http://schemas.microsoft.com/office/drawing/2014/main" id="{43A7AB1D-5FA3-4211-BC17-549AB04A2D6E}"/>
              </a:ext>
            </a:extLst>
          </p:cNvPr>
          <p:cNvSpPr txBox="1"/>
          <p:nvPr/>
        </p:nvSpPr>
        <p:spPr>
          <a:xfrm>
            <a:off x="7924800" y="5971357"/>
            <a:ext cx="5791200" cy="1384995"/>
          </a:xfrm>
          <a:prstGeom prst="rect">
            <a:avLst/>
          </a:prstGeom>
          <a:noFill/>
        </p:spPr>
        <p:txBody>
          <a:bodyPr wrap="square" rtlCol="0">
            <a:spAutoFit/>
          </a:bodyPr>
          <a:lstStyle/>
          <a:p>
            <a:r>
              <a:rPr lang="en-US" sz="2400" b="1" dirty="0">
                <a:solidFill>
                  <a:schemeClr val="bg1"/>
                </a:solidFill>
              </a:rPr>
              <a:t>Presented By</a:t>
            </a:r>
          </a:p>
          <a:p>
            <a:r>
              <a:rPr lang="en-US" sz="2000" dirty="0">
                <a:solidFill>
                  <a:schemeClr val="bg1"/>
                </a:solidFill>
              </a:rPr>
              <a:t>Prajwal Gowda B S    1AR23CS074</a:t>
            </a:r>
          </a:p>
          <a:p>
            <a:r>
              <a:rPr lang="en-US" sz="2000" dirty="0">
                <a:solidFill>
                  <a:schemeClr val="bg1"/>
                </a:solidFill>
              </a:rPr>
              <a:t>Raghuveer S              1AR23CS082</a:t>
            </a:r>
          </a:p>
          <a:p>
            <a:r>
              <a:rPr lang="en-US" sz="2000" dirty="0" err="1">
                <a:solidFill>
                  <a:schemeClr val="bg1"/>
                </a:solidFill>
              </a:rPr>
              <a:t>Shivaputra</a:t>
            </a:r>
            <a:r>
              <a:rPr lang="en-US" sz="2000" dirty="0">
                <a:solidFill>
                  <a:schemeClr val="bg1"/>
                </a:solidFill>
              </a:rPr>
              <a:t> S Desai    1AR23CS095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AND ANALYSIS</a:t>
            </a:r>
          </a:p>
        </p:txBody>
      </p:sp>
      <p:sp>
        <p:nvSpPr>
          <p:cNvPr id="3" name="Content Placeholder 2"/>
          <p:cNvSpPr>
            <a:spLocks noGrp="1"/>
          </p:cNvSpPr>
          <p:nvPr>
            <p:ph idx="1"/>
          </p:nvPr>
        </p:nvSpPr>
        <p:spPr/>
        <p:txBody>
          <a:bodyPr/>
          <a:lstStyle/>
          <a:p>
            <a:r>
              <a:rPr lang="en-US" sz="2400" dirty="0"/>
              <a:t>This project is designed on four most major problem faced by the today’s youngsters</a:t>
            </a:r>
          </a:p>
          <a:p>
            <a:pPr marL="571500" indent="-571500">
              <a:buFont typeface="+mj-lt"/>
              <a:buAutoNum type="romanUcPeriod"/>
            </a:pPr>
            <a:r>
              <a:rPr lang="en-US" sz="2400" dirty="0"/>
              <a:t>Unstructured skill development</a:t>
            </a:r>
          </a:p>
          <a:p>
            <a:pPr marL="571500" indent="-571500">
              <a:buFont typeface="+mj-lt"/>
              <a:buAutoNum type="romanUcPeriod"/>
            </a:pPr>
            <a:r>
              <a:rPr lang="en-US" sz="2400" dirty="0"/>
              <a:t>Information overloading</a:t>
            </a:r>
          </a:p>
          <a:p>
            <a:pPr marL="571500" indent="-571500">
              <a:buFont typeface="+mj-lt"/>
              <a:buAutoNum type="romanUcPeriod"/>
            </a:pPr>
            <a:r>
              <a:rPr lang="en-US" sz="2400" dirty="0"/>
              <a:t>Lack of clarity</a:t>
            </a:r>
          </a:p>
          <a:p>
            <a:pPr marL="571500" indent="-571500">
              <a:buFont typeface="+mj-lt"/>
              <a:buAutoNum type="romanUcPeriod"/>
            </a:pPr>
            <a:r>
              <a:rPr lang="en-US" sz="2400" dirty="0"/>
              <a:t>High paid courses</a:t>
            </a:r>
          </a:p>
          <a:p>
            <a:r>
              <a:rPr lang="en-US" sz="2400" dirty="0"/>
              <a:t>This project aims to overcome these problems by providing structured, clear and free of cost guidance to the students. </a:t>
            </a:r>
          </a:p>
          <a:p>
            <a:r>
              <a:rPr lang="en-US" sz="2400" dirty="0"/>
              <a:t>The project analysis the lack of education facilities that are important for the development of the skills of a student that are available at very high cost.</a:t>
            </a:r>
          </a:p>
          <a:p>
            <a:r>
              <a:rPr lang="en-US" sz="2400" dirty="0"/>
              <a:t>It provide a highly analyzed roadmap of the in-demand skill which an engineering student should have.</a:t>
            </a:r>
          </a:p>
        </p:txBody>
      </p:sp>
      <p:sp>
        <p:nvSpPr>
          <p:cNvPr id="4" name="Slide Number Placeholder 3"/>
          <p:cNvSpPr>
            <a:spLocks noGrp="1"/>
          </p:cNvSpPr>
          <p:nvPr>
            <p:ph type="sldNum" sz="quarter" idx="12"/>
          </p:nvPr>
        </p:nvSpPr>
        <p:spPr/>
        <p:txBody>
          <a:bodyPr/>
          <a:lstStyle/>
          <a:p>
            <a:fld id="{832D7B7E-CE9D-ED4B-AECC-1DE207A92AAD}" type="slidenum">
              <a:rPr lang="en-US" altLang="en-US" smtClean="0"/>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040" y="685800"/>
            <a:ext cx="11522075" cy="1371600"/>
          </a:xfrm>
        </p:spPr>
        <p:txBody>
          <a:bodyPr/>
          <a:lstStyle/>
          <a:p>
            <a:r>
              <a:rPr lang="en-US" dirty="0"/>
              <a:t>IMPLEMENTATION</a:t>
            </a:r>
          </a:p>
        </p:txBody>
      </p:sp>
      <p:sp>
        <p:nvSpPr>
          <p:cNvPr id="3" name="Content Placeholder 2"/>
          <p:cNvSpPr>
            <a:spLocks noGrp="1"/>
          </p:cNvSpPr>
          <p:nvPr>
            <p:ph idx="1"/>
          </p:nvPr>
        </p:nvSpPr>
        <p:spPr>
          <a:xfrm>
            <a:off x="381001" y="2166668"/>
            <a:ext cx="11780837" cy="5545922"/>
          </a:xfrm>
        </p:spPr>
        <p:txBody>
          <a:bodyPr/>
          <a:lstStyle/>
          <a:p>
            <a:r>
              <a:rPr lang="en-US" sz="2800" dirty="0"/>
              <a:t>Core tech stack used for the project are HTML5, CSS and java script.</a:t>
            </a:r>
          </a:p>
          <a:p>
            <a:pPr marL="0" indent="0">
              <a:buNone/>
            </a:pPr>
            <a:endParaRPr lang="en-US" sz="2800" dirty="0"/>
          </a:p>
          <a:p>
            <a:r>
              <a:rPr lang="en-US" sz="2800" dirty="0"/>
              <a:t>VS code is used as a text editor for the development of the project with the LIVE SERVER extension for real time visual.</a:t>
            </a:r>
          </a:p>
          <a:p>
            <a:pPr marL="0" indent="0">
              <a:buNone/>
            </a:pPr>
            <a:endParaRPr lang="en-US" sz="2800" dirty="0"/>
          </a:p>
          <a:p>
            <a:r>
              <a:rPr lang="en-US" sz="2800" dirty="0"/>
              <a:t>The home page is designed to show case the skills that we are going to provide the roadmap and message to the learner and details of the community.</a:t>
            </a:r>
          </a:p>
          <a:p>
            <a:pPr marL="0" indent="0">
              <a:buNone/>
            </a:pPr>
            <a:endParaRPr lang="en-US" sz="2800" dirty="0"/>
          </a:p>
          <a:p>
            <a:r>
              <a:rPr lang="en-US" sz="2800" dirty="0"/>
              <a:t>User can select the skill and will take you to the page, which describe why should you learn the skill, future demand of the skill and gives the efficient roadmap of the skill.</a:t>
            </a:r>
          </a:p>
          <a:p>
            <a:pPr marL="514350" indent="-514350">
              <a:buFont typeface="+mj-lt"/>
              <a:buAutoNum type="arabicPeriod"/>
            </a:pPr>
            <a:endParaRPr lang="en-US" sz="2800" dirty="0"/>
          </a:p>
        </p:txBody>
      </p:sp>
      <p:sp>
        <p:nvSpPr>
          <p:cNvPr id="4" name="Slide Number Placeholder 3"/>
          <p:cNvSpPr>
            <a:spLocks noGrp="1"/>
          </p:cNvSpPr>
          <p:nvPr>
            <p:ph type="sldNum" sz="quarter" idx="12"/>
          </p:nvPr>
        </p:nvSpPr>
        <p:spPr/>
        <p:txBody>
          <a:bodyPr/>
          <a:lstStyle/>
          <a:p>
            <a:fld id="{832D7B7E-CE9D-ED4B-AECC-1DE207A92AAD}" type="slidenum">
              <a:rPr lang="en-US" altLang="en-US" smtClean="0"/>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a:t>
            </a:r>
          </a:p>
        </p:txBody>
      </p:sp>
      <p:sp>
        <p:nvSpPr>
          <p:cNvPr id="3" name="Content Placeholder 2"/>
          <p:cNvSpPr>
            <a:spLocks noGrp="1"/>
          </p:cNvSpPr>
          <p:nvPr>
            <p:ph idx="1"/>
          </p:nvPr>
        </p:nvSpPr>
        <p:spPr/>
        <p:txBody>
          <a:bodyPr/>
          <a:lstStyle/>
          <a:p>
            <a:pPr lvl="0"/>
            <a:r>
              <a:rPr lang="en-US" sz="2400" dirty="0"/>
              <a:t>User impact</a:t>
            </a:r>
          </a:p>
          <a:p>
            <a:pPr marL="571500" lvl="0" indent="-571500">
              <a:buFont typeface="+mj-lt"/>
              <a:buAutoNum type="romanUcPeriod"/>
            </a:pPr>
            <a:r>
              <a:rPr lang="en-US" sz="2400" dirty="0"/>
              <a:t>Clarity: clear roadmap for programming and engineering roles</a:t>
            </a:r>
          </a:p>
          <a:p>
            <a:pPr marL="571500" lvl="0" indent="-571500">
              <a:buFont typeface="+mj-lt"/>
              <a:buAutoNum type="romanUcPeriod"/>
            </a:pPr>
            <a:r>
              <a:rPr lang="en-US" sz="2400" dirty="0"/>
              <a:t>Engagement: many of the user can get successfully complete their first skill node dependency.</a:t>
            </a:r>
          </a:p>
          <a:p>
            <a:pPr marL="0" lvl="0" indent="0">
              <a:buNone/>
            </a:pPr>
            <a:endParaRPr lang="en-US" sz="2400" dirty="0"/>
          </a:p>
          <a:p>
            <a:r>
              <a:rPr lang="en-US" sz="2400" dirty="0"/>
              <a:t>Functional result</a:t>
            </a:r>
          </a:p>
          <a:p>
            <a:pPr marL="571500" indent="-571500">
              <a:buFont typeface="+mj-lt"/>
              <a:buAutoNum type="romanUcPeriod"/>
            </a:pPr>
            <a:r>
              <a:rPr lang="en-US" sz="2400" dirty="0"/>
              <a:t>Visualization: successfully render highly complex, multi-level skill maps efficiently.</a:t>
            </a:r>
          </a:p>
          <a:p>
            <a:pPr marL="571500" indent="-571500">
              <a:buFont typeface="+mj-lt"/>
              <a:buAutoNum type="romanUcPeriod"/>
            </a:pPr>
            <a:r>
              <a:rPr lang="en-US" sz="2400" dirty="0"/>
              <a:t>Role versatility: successfully handles roadmaps across diverse domain.</a:t>
            </a:r>
          </a:p>
          <a:p>
            <a:pPr marL="0" indent="0">
              <a:buNone/>
            </a:pPr>
            <a:endParaRPr lang="en-US" sz="2400" dirty="0"/>
          </a:p>
          <a:p>
            <a:r>
              <a:rPr lang="en-US" sz="2400" dirty="0"/>
              <a:t>Content validation: roadmap are validated by the most accurate AI models like Gemini, Meta to ensure accuracy to the users.</a:t>
            </a:r>
          </a:p>
        </p:txBody>
      </p:sp>
      <p:sp>
        <p:nvSpPr>
          <p:cNvPr id="4" name="Slide Number Placeholder 3"/>
          <p:cNvSpPr>
            <a:spLocks noGrp="1"/>
          </p:cNvSpPr>
          <p:nvPr>
            <p:ph type="sldNum" sz="quarter" idx="12"/>
          </p:nvPr>
        </p:nvSpPr>
        <p:spPr/>
        <p:txBody>
          <a:bodyPr/>
          <a:lstStyle/>
          <a:p>
            <a:fld id="{832D7B7E-CE9D-ED4B-AECC-1DE207A92AAD}" type="slidenum">
              <a:rPr lang="en-US" altLang="en-US" smtClean="0"/>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a:xfrm>
            <a:off x="639762" y="2608996"/>
            <a:ext cx="11522075" cy="5267325"/>
          </a:xfrm>
        </p:spPr>
        <p:txBody>
          <a:bodyPr/>
          <a:lstStyle/>
          <a:p>
            <a:r>
              <a:rPr lang="en-US" dirty="0"/>
              <a:t>The Engineering Roadmap Application successfully delivered a centralized, structured, platform for technical skill development.</a:t>
            </a:r>
          </a:p>
          <a:p>
            <a:r>
              <a:rPr lang="en-US" dirty="0"/>
              <a:t>It transforms overwhelming career guidance into a clear, step-by-step learning journey.</a:t>
            </a:r>
          </a:p>
          <a:p>
            <a:r>
              <a:rPr lang="en-US" dirty="0"/>
              <a:t>It provide free of cost and equal opportunities for </a:t>
            </a:r>
            <a:r>
              <a:rPr lang="en-US" dirty="0" err="1"/>
              <a:t>each,all</a:t>
            </a:r>
            <a:r>
              <a:rPr lang="en-US" dirty="0"/>
              <a:t> user to get a detailed information of the skill and guidance by providing roadmap of it.</a:t>
            </a:r>
          </a:p>
        </p:txBody>
      </p:sp>
      <p:sp>
        <p:nvSpPr>
          <p:cNvPr id="4" name="Slide Number Placeholder 3"/>
          <p:cNvSpPr>
            <a:spLocks noGrp="1"/>
          </p:cNvSpPr>
          <p:nvPr>
            <p:ph type="sldNum" sz="quarter" idx="12"/>
          </p:nvPr>
        </p:nvSpPr>
        <p:spPr/>
        <p:txBody>
          <a:bodyPr/>
          <a:lstStyle/>
          <a:p>
            <a:fld id="{832D7B7E-CE9D-ED4B-AECC-1DE207A92AAD}" type="slidenum">
              <a:rPr lang="en-US" altLang="en-US" smtClean="0"/>
              <a:pPr/>
              <a:t>5</a:t>
            </a:fld>
            <a:endParaRPr lang="en-US"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Office Theme</Template>
  <TotalTime>4516</TotalTime>
  <Words>395</Words>
  <Application>Microsoft Office PowerPoint</Application>
  <PresentationFormat>Custom</PresentationFormat>
  <Paragraphs>51</Paragraphs>
  <Slides>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Arial Black</vt:lpstr>
      <vt:lpstr>Bahnschrift SemiBold</vt:lpstr>
      <vt:lpstr>Calibri</vt:lpstr>
      <vt:lpstr>Constantia</vt:lpstr>
      <vt:lpstr>Wingdings 2</vt:lpstr>
      <vt:lpstr>Flow</vt:lpstr>
      <vt:lpstr>PowerPoint Presentation</vt:lpstr>
      <vt:lpstr>DESIGN AND ANALYSIS</vt:lpstr>
      <vt:lpstr>IMPLEMENTATION</vt:lpstr>
      <vt:lpstr>RESULT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A.P.S College of Engineering ‘ Anantha Gnana Gangothri ’ Somanahalli, Bengaluru – 82.</dc:title>
  <dc:creator>CSE</dc:creator>
  <cp:lastModifiedBy>Sanjeev Atharga</cp:lastModifiedBy>
  <cp:revision>865</cp:revision>
  <cp:lastPrinted>2024-10-23T11:52:33Z</cp:lastPrinted>
  <dcterms:created xsi:type="dcterms:W3CDTF">2018-08-20T09:13:07Z</dcterms:created>
  <dcterms:modified xsi:type="dcterms:W3CDTF">2025-11-06T04:32:16Z</dcterms:modified>
</cp:coreProperties>
</file>